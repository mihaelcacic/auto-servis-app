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6"/>
  </p:notesMasterIdLst>
  <p:sldIdLst>
    <p:sldId id="265" r:id="rId3"/>
    <p:sldId id="266" r:id="rId4"/>
    <p:sldId id="267" r:id="rId5"/>
    <p:sldId id="268" r:id="rId6"/>
    <p:sldId id="259" r:id="rId7"/>
    <p:sldId id="276" r:id="rId8"/>
    <p:sldId id="269" r:id="rId9"/>
    <p:sldId id="261" r:id="rId10"/>
    <p:sldId id="260" r:id="rId11"/>
    <p:sldId id="262" r:id="rId12"/>
    <p:sldId id="277" r:id="rId13"/>
    <p:sldId id="278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 varScale="1">
        <p:scale>
          <a:sx n="85" d="100"/>
          <a:sy n="85" d="100"/>
        </p:scale>
        <p:origin x="1330" y="53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E9DF57-7A21-4E02-AF86-A56BAA4F2E3A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869E87-B022-4C0C-899F-3404574AB7F2}">
      <dgm:prSet phldrT="[Text]" phldr="0"/>
      <dgm:spPr/>
      <dgm:t>
        <a:bodyPr/>
        <a:lstStyle/>
        <a:p>
          <a:r>
            <a:rPr lang="hr-HR" dirty="0"/>
            <a:t>15.11.2025</a:t>
          </a:r>
          <a:endParaRPr lang="en-US" dirty="0"/>
        </a:p>
      </dgm:t>
    </dgm:pt>
    <dgm:pt modelId="{C8C23A16-6D37-4696-9B8B-0A422BC6AA5F}" type="parTrans" cxnId="{0B29D8CC-C90B-4775-8BDB-4C588F32B870}">
      <dgm:prSet/>
      <dgm:spPr/>
      <dgm:t>
        <a:bodyPr/>
        <a:lstStyle/>
        <a:p>
          <a:endParaRPr lang="en-US"/>
        </a:p>
      </dgm:t>
    </dgm:pt>
    <dgm:pt modelId="{C42132F0-DACD-4CE2-987C-617976F2F7B6}" type="sibTrans" cxnId="{0B29D8CC-C90B-4775-8BDB-4C588F32B870}">
      <dgm:prSet/>
      <dgm:spPr/>
      <dgm:t>
        <a:bodyPr/>
        <a:lstStyle/>
        <a:p>
          <a:endParaRPr lang="en-US"/>
        </a:p>
      </dgm:t>
    </dgm:pt>
    <dgm:pt modelId="{9F2937B4-FF0A-4832-8360-02577586B4C0}">
      <dgm:prSet phldrT="[Text]" phldr="0"/>
      <dgm:spPr/>
      <dgm:t>
        <a:bodyPr/>
        <a:lstStyle/>
        <a:p>
          <a:pPr algn="l">
            <a:buFont typeface="Arial" panose="020B0604020202020204" pitchFamily="34" charset="0"/>
            <a:buNone/>
          </a:pPr>
          <a:r>
            <a:rPr lang="hr-HR" dirty="0"/>
            <a:t>Podjela uloga na projektu</a:t>
          </a:r>
        </a:p>
        <a:p>
          <a:pPr algn="l">
            <a:buNone/>
          </a:pPr>
          <a:r>
            <a:rPr lang="hr-HR" dirty="0"/>
            <a:t>Uspostava komunikacije na WhatsAppu</a:t>
          </a:r>
          <a:endParaRPr lang="en-US" dirty="0"/>
        </a:p>
      </dgm:t>
    </dgm:pt>
    <dgm:pt modelId="{171AD4AB-F0BB-4878-94EA-E921C4A86ACD}" type="parTrans" cxnId="{59CC6D75-9353-4F38-BC88-ABE6400DF278}">
      <dgm:prSet/>
      <dgm:spPr/>
      <dgm:t>
        <a:bodyPr/>
        <a:lstStyle/>
        <a:p>
          <a:endParaRPr lang="en-US"/>
        </a:p>
      </dgm:t>
    </dgm:pt>
    <dgm:pt modelId="{FF5AB69D-8B66-43CD-B2DC-24B8521BD2F8}" type="sibTrans" cxnId="{59CC6D75-9353-4F38-BC88-ABE6400DF278}">
      <dgm:prSet/>
      <dgm:spPr/>
      <dgm:t>
        <a:bodyPr/>
        <a:lstStyle/>
        <a:p>
          <a:endParaRPr lang="en-US"/>
        </a:p>
      </dgm:t>
    </dgm:pt>
    <dgm:pt modelId="{C2A7FE52-267C-418B-8645-B040F71D8D6B}">
      <dgm:prSet phldrT="[Text]" phldr="0"/>
      <dgm:spPr/>
      <dgm:t>
        <a:bodyPr/>
        <a:lstStyle/>
        <a:p>
          <a:r>
            <a:rPr lang="hr-HR" dirty="0"/>
            <a:t>22.11.2025</a:t>
          </a:r>
          <a:endParaRPr lang="en-US" dirty="0"/>
        </a:p>
      </dgm:t>
    </dgm:pt>
    <dgm:pt modelId="{F75B22EB-C4F4-4509-AA0F-3CAAF544C84F}" type="parTrans" cxnId="{9277C7EB-1452-45A7-8C6D-6DB6556732D6}">
      <dgm:prSet/>
      <dgm:spPr/>
      <dgm:t>
        <a:bodyPr/>
        <a:lstStyle/>
        <a:p>
          <a:endParaRPr lang="en-US"/>
        </a:p>
      </dgm:t>
    </dgm:pt>
    <dgm:pt modelId="{DDF59A5B-06F7-44A5-A570-FF7C73490BC4}" type="sibTrans" cxnId="{9277C7EB-1452-45A7-8C6D-6DB6556732D6}">
      <dgm:prSet/>
      <dgm:spPr/>
      <dgm:t>
        <a:bodyPr/>
        <a:lstStyle/>
        <a:p>
          <a:endParaRPr lang="en-US"/>
        </a:p>
      </dgm:t>
    </dgm:pt>
    <dgm:pt modelId="{C3297189-7B14-447E-B319-CC76C7433870}">
      <dgm:prSet phldrT="[Text]" phldr="0"/>
      <dgm:spPr/>
      <dgm:t>
        <a:bodyPr/>
        <a:lstStyle/>
        <a:p>
          <a:pPr algn="l"/>
          <a:r>
            <a:rPr lang="hr-HR" dirty="0"/>
            <a:t>Uspostavljanje funkcionalnih i nefunkcionalnih zahtjeva</a:t>
          </a:r>
        </a:p>
        <a:p>
          <a:pPr algn="l"/>
          <a:endParaRPr lang="en-US" dirty="0"/>
        </a:p>
      </dgm:t>
    </dgm:pt>
    <dgm:pt modelId="{49F54BC6-3213-40E5-8797-B168B5F20F20}" type="parTrans" cxnId="{8B34C065-0508-4353-A152-560390F27114}">
      <dgm:prSet/>
      <dgm:spPr/>
      <dgm:t>
        <a:bodyPr/>
        <a:lstStyle/>
        <a:p>
          <a:endParaRPr lang="en-US"/>
        </a:p>
      </dgm:t>
    </dgm:pt>
    <dgm:pt modelId="{DB6B354B-DDBF-4183-B53D-96E95615B11C}" type="sibTrans" cxnId="{8B34C065-0508-4353-A152-560390F27114}">
      <dgm:prSet/>
      <dgm:spPr/>
      <dgm:t>
        <a:bodyPr/>
        <a:lstStyle/>
        <a:p>
          <a:endParaRPr lang="en-US"/>
        </a:p>
      </dgm:t>
    </dgm:pt>
    <dgm:pt modelId="{7C2F6327-B97E-4326-B5BC-B7DA24CA9CC0}">
      <dgm:prSet phldrT="[Text]" phldr="0"/>
      <dgm:spPr/>
      <dgm:t>
        <a:bodyPr/>
        <a:lstStyle/>
        <a:p>
          <a:r>
            <a:rPr lang="hr-HR" dirty="0"/>
            <a:t>1.12.2025</a:t>
          </a:r>
          <a:endParaRPr lang="en-US" dirty="0"/>
        </a:p>
      </dgm:t>
    </dgm:pt>
    <dgm:pt modelId="{7CFA4A45-68A2-4BA0-80A1-854885521B73}" type="parTrans" cxnId="{913F64E8-4592-4392-B317-47BDA38A89F0}">
      <dgm:prSet/>
      <dgm:spPr/>
      <dgm:t>
        <a:bodyPr/>
        <a:lstStyle/>
        <a:p>
          <a:endParaRPr lang="en-US"/>
        </a:p>
      </dgm:t>
    </dgm:pt>
    <dgm:pt modelId="{3DB17681-A948-4582-B3CA-2682AFF12C00}" type="sibTrans" cxnId="{913F64E8-4592-4392-B317-47BDA38A89F0}">
      <dgm:prSet/>
      <dgm:spPr/>
      <dgm:t>
        <a:bodyPr/>
        <a:lstStyle/>
        <a:p>
          <a:endParaRPr lang="en-US"/>
        </a:p>
      </dgm:t>
    </dgm:pt>
    <dgm:pt modelId="{FE1B1009-4A2A-49A3-9A0B-4A3A4DC97B52}">
      <dgm:prSet phldrT="[Text]"/>
      <dgm:spPr/>
      <dgm:t>
        <a:bodyPr/>
        <a:lstStyle/>
        <a:p>
          <a:pPr algn="l">
            <a:buNone/>
          </a:pPr>
          <a:r>
            <a:rPr lang="en-US" b="1" i="0" dirty="0"/>
            <a:t>Frontend</a:t>
          </a:r>
          <a:r>
            <a:rPr lang="en-US" b="0" i="0" dirty="0"/>
            <a:t>: </a:t>
          </a:r>
          <a:r>
            <a:rPr lang="en-US" b="0" i="0" dirty="0" err="1"/>
            <a:t>Rješavanje</a:t>
          </a:r>
          <a:r>
            <a:rPr lang="en-US" b="0" i="0" dirty="0"/>
            <a:t> </a:t>
          </a:r>
          <a:r>
            <a:rPr lang="en-US" b="0" i="0" dirty="0" err="1"/>
            <a:t>formulara</a:t>
          </a:r>
          <a:r>
            <a:rPr lang="en-US" b="0" i="0" dirty="0"/>
            <a:t> za </a:t>
          </a:r>
          <a:r>
            <a:rPr lang="en-US" b="0" i="0" dirty="0" err="1"/>
            <a:t>upis</a:t>
          </a:r>
          <a:r>
            <a:rPr lang="en-US" b="0" i="0" dirty="0"/>
            <a:t> </a:t>
          </a:r>
          <a:r>
            <a:rPr lang="en-US" b="0" i="0" dirty="0" err="1"/>
            <a:t>vozila</a:t>
          </a:r>
          <a:endParaRPr lang="hr-HR" b="0" i="0" dirty="0"/>
        </a:p>
        <a:p>
          <a:pPr algn="l">
            <a:buNone/>
          </a:pPr>
          <a:br>
            <a:rPr lang="en-US" b="0" i="0" dirty="0"/>
          </a:br>
          <a:r>
            <a:rPr lang="en-US" b="1" i="0" dirty="0"/>
            <a:t>Backend</a:t>
          </a:r>
          <a:r>
            <a:rPr lang="en-US" b="0" i="0" dirty="0"/>
            <a:t>: </a:t>
          </a:r>
          <a:r>
            <a:rPr lang="en-US" b="0" i="0" dirty="0" err="1"/>
            <a:t>Spajanje</a:t>
          </a:r>
          <a:r>
            <a:rPr lang="en-US" b="0" i="0" dirty="0"/>
            <a:t> s </a:t>
          </a:r>
          <a:r>
            <a:rPr lang="en-US" b="0" i="0" dirty="0" err="1"/>
            <a:t>bazom</a:t>
          </a:r>
          <a:endParaRPr lang="hr-HR" b="0" i="0" dirty="0"/>
        </a:p>
        <a:p>
          <a:pPr algn="l">
            <a:buNone/>
          </a:pPr>
          <a:br>
            <a:rPr lang="en-US" b="0" i="0" dirty="0"/>
          </a:br>
          <a:r>
            <a:rPr lang="en-US" b="1" i="0" dirty="0"/>
            <a:t>Baza</a:t>
          </a:r>
          <a:r>
            <a:rPr lang="en-US" b="0" i="0" dirty="0"/>
            <a:t>: </a:t>
          </a:r>
          <a:r>
            <a:rPr lang="en-US" b="0" i="0" dirty="0" err="1"/>
            <a:t>dovršena</a:t>
          </a:r>
          <a:r>
            <a:rPr lang="en-US" b="0" i="0" dirty="0"/>
            <a:t> </a:t>
          </a:r>
          <a:r>
            <a:rPr lang="en-US" b="0" i="0" dirty="0" err="1"/>
            <a:t>baza</a:t>
          </a:r>
          <a:r>
            <a:rPr lang="en-US" b="0" i="0" dirty="0"/>
            <a:t> </a:t>
          </a:r>
          <a:r>
            <a:rPr lang="en-US" b="0" i="0" dirty="0" err="1"/>
            <a:t>podataka</a:t>
          </a:r>
          <a:endParaRPr lang="hr-HR" b="0" i="0" dirty="0"/>
        </a:p>
        <a:p>
          <a:pPr algn="l">
            <a:buNone/>
          </a:pPr>
          <a:br>
            <a:rPr lang="en-US" b="0" i="0" dirty="0"/>
          </a:br>
          <a:r>
            <a:rPr lang="en-US" b="1" i="0" dirty="0" err="1"/>
            <a:t>Dokumentacija</a:t>
          </a:r>
          <a:r>
            <a:rPr lang="en-US" b="0" i="0" dirty="0"/>
            <a:t>: </a:t>
          </a:r>
          <a:r>
            <a:rPr lang="en-US" b="0" i="0" dirty="0" err="1"/>
            <a:t>Analiziranje</a:t>
          </a:r>
          <a:r>
            <a:rPr lang="en-US" b="0" i="0" dirty="0"/>
            <a:t> </a:t>
          </a:r>
          <a:r>
            <a:rPr lang="en-US" b="0" i="0" dirty="0" err="1"/>
            <a:t>daljnjeg</a:t>
          </a:r>
          <a:r>
            <a:rPr lang="en-US" b="0" i="0" dirty="0"/>
            <a:t> </a:t>
          </a:r>
          <a:r>
            <a:rPr lang="en-US" b="0" i="0" dirty="0" err="1"/>
            <a:t>razvoja</a:t>
          </a:r>
          <a:r>
            <a:rPr lang="en-US" b="0" i="0" dirty="0"/>
            <a:t> </a:t>
          </a:r>
          <a:r>
            <a:rPr lang="en-US" b="0" i="0" dirty="0" err="1"/>
            <a:t>dokumentacije</a:t>
          </a:r>
          <a:endParaRPr lang="en-US" dirty="0"/>
        </a:p>
      </dgm:t>
    </dgm:pt>
    <dgm:pt modelId="{CD6D2A7D-3DF2-4E05-B4C5-7DD52B4B95C7}" type="parTrans" cxnId="{D9D24E4A-0F98-4A0F-86C5-16970F76A4C9}">
      <dgm:prSet/>
      <dgm:spPr/>
      <dgm:t>
        <a:bodyPr/>
        <a:lstStyle/>
        <a:p>
          <a:endParaRPr lang="en-US"/>
        </a:p>
      </dgm:t>
    </dgm:pt>
    <dgm:pt modelId="{9C7F38C8-B725-4855-A8FD-0EE783421D29}" type="sibTrans" cxnId="{D9D24E4A-0F98-4A0F-86C5-16970F76A4C9}">
      <dgm:prSet/>
      <dgm:spPr/>
      <dgm:t>
        <a:bodyPr/>
        <a:lstStyle/>
        <a:p>
          <a:endParaRPr lang="en-US"/>
        </a:p>
      </dgm:t>
    </dgm:pt>
    <dgm:pt modelId="{D1C4C1D4-A46F-48A5-9717-81F1AC24887C}">
      <dgm:prSet/>
      <dgm:spPr/>
      <dgm:t>
        <a:bodyPr/>
        <a:lstStyle/>
        <a:p>
          <a:pPr algn="r">
            <a:buNone/>
          </a:pPr>
          <a:endParaRPr lang="en-US" dirty="0"/>
        </a:p>
      </dgm:t>
    </dgm:pt>
    <dgm:pt modelId="{F21047FB-B03F-4656-8B3D-1D2BEE0EFDDD}" type="parTrans" cxnId="{09C6BA80-B85C-4EA9-9168-47636AC964BE}">
      <dgm:prSet/>
      <dgm:spPr/>
      <dgm:t>
        <a:bodyPr/>
        <a:lstStyle/>
        <a:p>
          <a:endParaRPr lang="en-US"/>
        </a:p>
      </dgm:t>
    </dgm:pt>
    <dgm:pt modelId="{6D6FAD85-3D18-4B16-B3D3-D43A56F336C6}" type="sibTrans" cxnId="{09C6BA80-B85C-4EA9-9168-47636AC964BE}">
      <dgm:prSet/>
      <dgm:spPr/>
      <dgm:t>
        <a:bodyPr/>
        <a:lstStyle/>
        <a:p>
          <a:endParaRPr lang="en-US"/>
        </a:p>
      </dgm:t>
    </dgm:pt>
    <dgm:pt modelId="{82DC2D9B-3428-4331-8E1F-6817B705A54E}" type="pres">
      <dgm:prSet presAssocID="{75E9DF57-7A21-4E02-AF86-A56BAA4F2E3A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645CD57A-8E9D-4ECF-AAAA-363034E013F5}" type="pres">
      <dgm:prSet presAssocID="{7C2F6327-B97E-4326-B5BC-B7DA24CA9CC0}" presName="ChildAccent3" presStyleCnt="0"/>
      <dgm:spPr/>
    </dgm:pt>
    <dgm:pt modelId="{A6B47292-A61B-475E-9EAA-A773D7595D1D}" type="pres">
      <dgm:prSet presAssocID="{7C2F6327-B97E-4326-B5BC-B7DA24CA9CC0}" presName="ChildAccent" presStyleLbl="alignImgPlace1" presStyleIdx="0" presStyleCnt="3"/>
      <dgm:spPr/>
    </dgm:pt>
    <dgm:pt modelId="{8922B3E3-850F-448D-88FC-3B86225E60EC}" type="pres">
      <dgm:prSet presAssocID="{7C2F6327-B97E-4326-B5BC-B7DA24CA9CC0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1CB3876-FB77-46A4-AE2D-B28FDF38BA0F}" type="pres">
      <dgm:prSet presAssocID="{7C2F6327-B97E-4326-B5BC-B7DA24CA9CC0}" presName="Parent3" presStyleLbl="node1" presStyleIdx="0" presStyleCnt="3">
        <dgm:presLayoutVars>
          <dgm:chMax val="2"/>
          <dgm:chPref val="1"/>
          <dgm:bulletEnabled val="1"/>
        </dgm:presLayoutVars>
      </dgm:prSet>
      <dgm:spPr/>
    </dgm:pt>
    <dgm:pt modelId="{BA97AA96-837F-40FA-A625-89EF9DBC41B4}" type="pres">
      <dgm:prSet presAssocID="{C2A7FE52-267C-418B-8645-B040F71D8D6B}" presName="ChildAccent2" presStyleCnt="0"/>
      <dgm:spPr/>
    </dgm:pt>
    <dgm:pt modelId="{06613CFB-C33D-4E12-B852-51E333A1E8F4}" type="pres">
      <dgm:prSet presAssocID="{C2A7FE52-267C-418B-8645-B040F71D8D6B}" presName="ChildAccent" presStyleLbl="alignImgPlace1" presStyleIdx="1" presStyleCnt="3"/>
      <dgm:spPr/>
    </dgm:pt>
    <dgm:pt modelId="{6430C41F-7BF1-49CD-959E-E457644E5629}" type="pres">
      <dgm:prSet presAssocID="{C2A7FE52-267C-418B-8645-B040F71D8D6B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C5D10C-F694-4995-80D4-7F2BEC9171BC}" type="pres">
      <dgm:prSet presAssocID="{C2A7FE52-267C-418B-8645-B040F71D8D6B}" presName="Parent2" presStyleLbl="node1" presStyleIdx="1" presStyleCnt="3">
        <dgm:presLayoutVars>
          <dgm:chMax val="2"/>
          <dgm:chPref val="1"/>
          <dgm:bulletEnabled val="1"/>
        </dgm:presLayoutVars>
      </dgm:prSet>
      <dgm:spPr/>
    </dgm:pt>
    <dgm:pt modelId="{5336409F-F6AE-4696-B87C-D05D11154A16}" type="pres">
      <dgm:prSet presAssocID="{27869E87-B022-4C0C-899F-3404574AB7F2}" presName="ChildAccent1" presStyleCnt="0"/>
      <dgm:spPr/>
    </dgm:pt>
    <dgm:pt modelId="{4FEF1E70-7210-4A43-8655-34BB196AE19C}" type="pres">
      <dgm:prSet presAssocID="{27869E87-B022-4C0C-899F-3404574AB7F2}" presName="ChildAccent" presStyleLbl="alignImgPlace1" presStyleIdx="2" presStyleCnt="3"/>
      <dgm:spPr/>
    </dgm:pt>
    <dgm:pt modelId="{437F9C4D-0FEF-4A8F-9D0E-A61171DC1707}" type="pres">
      <dgm:prSet presAssocID="{27869E87-B022-4C0C-899F-3404574AB7F2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BDCA0A3-F241-40C4-A584-CDB139E1FEC6}" type="pres">
      <dgm:prSet presAssocID="{27869E87-B022-4C0C-899F-3404574AB7F2}" presName="Parent1" presStyleLbl="node1" presStyleIdx="2" presStyleCnt="3">
        <dgm:presLayoutVars>
          <dgm:chMax val="2"/>
          <dgm:chPref val="1"/>
          <dgm:bulletEnabled val="1"/>
        </dgm:presLayoutVars>
      </dgm:prSet>
      <dgm:spPr/>
    </dgm:pt>
  </dgm:ptLst>
  <dgm:cxnLst>
    <dgm:cxn modelId="{2E72F427-7F04-4AC8-84A9-343CB2AE9E4E}" type="presOf" srcId="{7C2F6327-B97E-4326-B5BC-B7DA24CA9CC0}" destId="{91CB3876-FB77-46A4-AE2D-B28FDF38BA0F}" srcOrd="0" destOrd="0" presId="urn:microsoft.com/office/officeart/2011/layout/InterconnectedBlockProcess"/>
    <dgm:cxn modelId="{8B34C065-0508-4353-A152-560390F27114}" srcId="{C2A7FE52-267C-418B-8645-B040F71D8D6B}" destId="{C3297189-7B14-447E-B319-CC76C7433870}" srcOrd="0" destOrd="0" parTransId="{49F54BC6-3213-40E5-8797-B168B5F20F20}" sibTransId="{DB6B354B-DDBF-4183-B53D-96E95615B11C}"/>
    <dgm:cxn modelId="{D9D24E4A-0F98-4A0F-86C5-16970F76A4C9}" srcId="{7C2F6327-B97E-4326-B5BC-B7DA24CA9CC0}" destId="{FE1B1009-4A2A-49A3-9A0B-4A3A4DC97B52}" srcOrd="0" destOrd="0" parTransId="{CD6D2A7D-3DF2-4E05-B4C5-7DD52B4B95C7}" sibTransId="{9C7F38C8-B725-4855-A8FD-0EE783421D29}"/>
    <dgm:cxn modelId="{59CC6D75-9353-4F38-BC88-ABE6400DF278}" srcId="{27869E87-B022-4C0C-899F-3404574AB7F2}" destId="{9F2937B4-FF0A-4832-8360-02577586B4C0}" srcOrd="0" destOrd="0" parTransId="{171AD4AB-F0BB-4878-94EA-E921C4A86ACD}" sibTransId="{FF5AB69D-8B66-43CD-B2DC-24B8521BD2F8}"/>
    <dgm:cxn modelId="{5345C759-F5B3-47C0-8C72-45571682A72A}" type="presOf" srcId="{D1C4C1D4-A46F-48A5-9717-81F1AC24887C}" destId="{A6B47292-A61B-475E-9EAA-A773D7595D1D}" srcOrd="0" destOrd="1" presId="urn:microsoft.com/office/officeart/2011/layout/InterconnectedBlockProcess"/>
    <dgm:cxn modelId="{D6E29E5A-AD54-481F-AA42-D1CE23D24162}" type="presOf" srcId="{FE1B1009-4A2A-49A3-9A0B-4A3A4DC97B52}" destId="{8922B3E3-850F-448D-88FC-3B86225E60EC}" srcOrd="1" destOrd="0" presId="urn:microsoft.com/office/officeart/2011/layout/InterconnectedBlockProcess"/>
    <dgm:cxn modelId="{39728C7B-B548-4FE7-956D-FF8D480336CD}" type="presOf" srcId="{D1C4C1D4-A46F-48A5-9717-81F1AC24887C}" destId="{8922B3E3-850F-448D-88FC-3B86225E60EC}" srcOrd="1" destOrd="1" presId="urn:microsoft.com/office/officeart/2011/layout/InterconnectedBlockProcess"/>
    <dgm:cxn modelId="{09C6BA80-B85C-4EA9-9168-47636AC964BE}" srcId="{7C2F6327-B97E-4326-B5BC-B7DA24CA9CC0}" destId="{D1C4C1D4-A46F-48A5-9717-81F1AC24887C}" srcOrd="1" destOrd="0" parTransId="{F21047FB-B03F-4656-8B3D-1D2BEE0EFDDD}" sibTransId="{6D6FAD85-3D18-4B16-B3D3-D43A56F336C6}"/>
    <dgm:cxn modelId="{6F6E6688-E788-4B8C-BB59-510A24035EA9}" type="presOf" srcId="{FE1B1009-4A2A-49A3-9A0B-4A3A4DC97B52}" destId="{A6B47292-A61B-475E-9EAA-A773D7595D1D}" srcOrd="0" destOrd="0" presId="urn:microsoft.com/office/officeart/2011/layout/InterconnectedBlockProcess"/>
    <dgm:cxn modelId="{F3708B88-D750-478A-9034-2B7D9B6382A1}" type="presOf" srcId="{C2A7FE52-267C-418B-8645-B040F71D8D6B}" destId="{1DC5D10C-F694-4995-80D4-7F2BEC9171BC}" srcOrd="0" destOrd="0" presId="urn:microsoft.com/office/officeart/2011/layout/InterconnectedBlockProcess"/>
    <dgm:cxn modelId="{9C9F5B8B-7957-43F3-9C84-6233C378A537}" type="presOf" srcId="{75E9DF57-7A21-4E02-AF86-A56BAA4F2E3A}" destId="{82DC2D9B-3428-4331-8E1F-6817B705A54E}" srcOrd="0" destOrd="0" presId="urn:microsoft.com/office/officeart/2011/layout/InterconnectedBlockProcess"/>
    <dgm:cxn modelId="{46E58A91-126A-45A3-B274-B987585F6265}" type="presOf" srcId="{C3297189-7B14-447E-B319-CC76C7433870}" destId="{6430C41F-7BF1-49CD-959E-E457644E5629}" srcOrd="1" destOrd="0" presId="urn:microsoft.com/office/officeart/2011/layout/InterconnectedBlockProcess"/>
    <dgm:cxn modelId="{F3E1DFA6-369F-46B1-8DCA-51F012C163B8}" type="presOf" srcId="{9F2937B4-FF0A-4832-8360-02577586B4C0}" destId="{437F9C4D-0FEF-4A8F-9D0E-A61171DC1707}" srcOrd="1" destOrd="0" presId="urn:microsoft.com/office/officeart/2011/layout/InterconnectedBlockProcess"/>
    <dgm:cxn modelId="{50B51AB9-19A0-4AE1-8888-DE4B86DB762B}" type="presOf" srcId="{27869E87-B022-4C0C-899F-3404574AB7F2}" destId="{ABDCA0A3-F241-40C4-A584-CDB139E1FEC6}" srcOrd="0" destOrd="0" presId="urn:microsoft.com/office/officeart/2011/layout/InterconnectedBlockProcess"/>
    <dgm:cxn modelId="{85C7D8C7-250E-4B22-9FD5-C8282153E35D}" type="presOf" srcId="{C3297189-7B14-447E-B319-CC76C7433870}" destId="{06613CFB-C33D-4E12-B852-51E333A1E8F4}" srcOrd="0" destOrd="0" presId="urn:microsoft.com/office/officeart/2011/layout/InterconnectedBlockProcess"/>
    <dgm:cxn modelId="{0B29D8CC-C90B-4775-8BDB-4C588F32B870}" srcId="{75E9DF57-7A21-4E02-AF86-A56BAA4F2E3A}" destId="{27869E87-B022-4C0C-899F-3404574AB7F2}" srcOrd="0" destOrd="0" parTransId="{C8C23A16-6D37-4696-9B8B-0A422BC6AA5F}" sibTransId="{C42132F0-DACD-4CE2-987C-617976F2F7B6}"/>
    <dgm:cxn modelId="{913F64E8-4592-4392-B317-47BDA38A89F0}" srcId="{75E9DF57-7A21-4E02-AF86-A56BAA4F2E3A}" destId="{7C2F6327-B97E-4326-B5BC-B7DA24CA9CC0}" srcOrd="2" destOrd="0" parTransId="{7CFA4A45-68A2-4BA0-80A1-854885521B73}" sibTransId="{3DB17681-A948-4582-B3CA-2682AFF12C00}"/>
    <dgm:cxn modelId="{9277C7EB-1452-45A7-8C6D-6DB6556732D6}" srcId="{75E9DF57-7A21-4E02-AF86-A56BAA4F2E3A}" destId="{C2A7FE52-267C-418B-8645-B040F71D8D6B}" srcOrd="1" destOrd="0" parTransId="{F75B22EB-C4F4-4509-AA0F-3CAAF544C84F}" sibTransId="{DDF59A5B-06F7-44A5-A570-FF7C73490BC4}"/>
    <dgm:cxn modelId="{8DCBC6F9-1EE5-4BEE-B408-BAB02BC0288C}" type="presOf" srcId="{9F2937B4-FF0A-4832-8360-02577586B4C0}" destId="{4FEF1E70-7210-4A43-8655-34BB196AE19C}" srcOrd="0" destOrd="0" presId="urn:microsoft.com/office/officeart/2011/layout/InterconnectedBlockProcess"/>
    <dgm:cxn modelId="{3C818C82-D540-45A3-BCD6-033CA0B5AB81}" type="presParOf" srcId="{82DC2D9B-3428-4331-8E1F-6817B705A54E}" destId="{645CD57A-8E9D-4ECF-AAAA-363034E013F5}" srcOrd="0" destOrd="0" presId="urn:microsoft.com/office/officeart/2011/layout/InterconnectedBlockProcess"/>
    <dgm:cxn modelId="{43B80BDA-40E0-46A1-923E-61C8B5198D34}" type="presParOf" srcId="{645CD57A-8E9D-4ECF-AAAA-363034E013F5}" destId="{A6B47292-A61B-475E-9EAA-A773D7595D1D}" srcOrd="0" destOrd="0" presId="urn:microsoft.com/office/officeart/2011/layout/InterconnectedBlockProcess"/>
    <dgm:cxn modelId="{34D29E82-0C59-4DCE-BC9B-95386E38C7DE}" type="presParOf" srcId="{82DC2D9B-3428-4331-8E1F-6817B705A54E}" destId="{8922B3E3-850F-448D-88FC-3B86225E60EC}" srcOrd="1" destOrd="0" presId="urn:microsoft.com/office/officeart/2011/layout/InterconnectedBlockProcess"/>
    <dgm:cxn modelId="{284A7D91-88B4-43E9-87CE-CF082ED5527C}" type="presParOf" srcId="{82DC2D9B-3428-4331-8E1F-6817B705A54E}" destId="{91CB3876-FB77-46A4-AE2D-B28FDF38BA0F}" srcOrd="2" destOrd="0" presId="urn:microsoft.com/office/officeart/2011/layout/InterconnectedBlockProcess"/>
    <dgm:cxn modelId="{75A6845E-F34B-405B-8723-9AE3688D92CF}" type="presParOf" srcId="{82DC2D9B-3428-4331-8E1F-6817B705A54E}" destId="{BA97AA96-837F-40FA-A625-89EF9DBC41B4}" srcOrd="3" destOrd="0" presId="urn:microsoft.com/office/officeart/2011/layout/InterconnectedBlockProcess"/>
    <dgm:cxn modelId="{0F4279D2-48CA-4CDB-8601-E09EA306922A}" type="presParOf" srcId="{BA97AA96-837F-40FA-A625-89EF9DBC41B4}" destId="{06613CFB-C33D-4E12-B852-51E333A1E8F4}" srcOrd="0" destOrd="0" presId="urn:microsoft.com/office/officeart/2011/layout/InterconnectedBlockProcess"/>
    <dgm:cxn modelId="{6B382F92-A9AA-4B1A-8048-B6F46E0ECF39}" type="presParOf" srcId="{82DC2D9B-3428-4331-8E1F-6817B705A54E}" destId="{6430C41F-7BF1-49CD-959E-E457644E5629}" srcOrd="4" destOrd="0" presId="urn:microsoft.com/office/officeart/2011/layout/InterconnectedBlockProcess"/>
    <dgm:cxn modelId="{6261CA09-F45E-42C5-B5E4-B605D4E0A3C6}" type="presParOf" srcId="{82DC2D9B-3428-4331-8E1F-6817B705A54E}" destId="{1DC5D10C-F694-4995-80D4-7F2BEC9171BC}" srcOrd="5" destOrd="0" presId="urn:microsoft.com/office/officeart/2011/layout/InterconnectedBlockProcess"/>
    <dgm:cxn modelId="{5821BB31-B121-4C99-8F80-1DB672ACE26D}" type="presParOf" srcId="{82DC2D9B-3428-4331-8E1F-6817B705A54E}" destId="{5336409F-F6AE-4696-B87C-D05D11154A16}" srcOrd="6" destOrd="0" presId="urn:microsoft.com/office/officeart/2011/layout/InterconnectedBlockProcess"/>
    <dgm:cxn modelId="{C37027AF-3894-4A29-8E33-C739C9880DDB}" type="presParOf" srcId="{5336409F-F6AE-4696-B87C-D05D11154A16}" destId="{4FEF1E70-7210-4A43-8655-34BB196AE19C}" srcOrd="0" destOrd="0" presId="urn:microsoft.com/office/officeart/2011/layout/InterconnectedBlockProcess"/>
    <dgm:cxn modelId="{51EEF0CF-503B-4BE9-B32E-41BE4FE6D1CD}" type="presParOf" srcId="{82DC2D9B-3428-4331-8E1F-6817B705A54E}" destId="{437F9C4D-0FEF-4A8F-9D0E-A61171DC1707}" srcOrd="7" destOrd="0" presId="urn:microsoft.com/office/officeart/2011/layout/InterconnectedBlockProcess"/>
    <dgm:cxn modelId="{F9EA0871-8236-4028-A9A2-07645641821E}" type="presParOf" srcId="{82DC2D9B-3428-4331-8E1F-6817B705A54E}" destId="{ABDCA0A3-F241-40C4-A584-CDB139E1FEC6}" srcOrd="8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90602D-AFD9-432A-B640-79732C5C80A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59CF0-1923-42DC-B73F-21A066A772F7}">
      <dgm:prSet phldrT="[Text]" phldr="0"/>
      <dgm:spPr/>
      <dgm:t>
        <a:bodyPr/>
        <a:lstStyle/>
        <a:p>
          <a:r>
            <a:rPr lang="hr-HR" dirty="0"/>
            <a:t>17.12.2025</a:t>
          </a:r>
          <a:endParaRPr lang="en-US" dirty="0"/>
        </a:p>
      </dgm:t>
    </dgm:pt>
    <dgm:pt modelId="{0A0204C5-4375-4C50-B62D-0BE3F9EC2245}" type="parTrans" cxnId="{DF45B66A-9226-40DC-8561-03C4ADFFCAF5}">
      <dgm:prSet/>
      <dgm:spPr/>
      <dgm:t>
        <a:bodyPr/>
        <a:lstStyle/>
        <a:p>
          <a:endParaRPr lang="en-US"/>
        </a:p>
      </dgm:t>
    </dgm:pt>
    <dgm:pt modelId="{A7FF8888-B3FE-4E9E-8311-135F3D873C9E}" type="sibTrans" cxnId="{DF45B66A-9226-40DC-8561-03C4ADFFCAF5}">
      <dgm:prSet/>
      <dgm:spPr/>
      <dgm:t>
        <a:bodyPr/>
        <a:lstStyle/>
        <a:p>
          <a:endParaRPr lang="en-US"/>
        </a:p>
      </dgm:t>
    </dgm:pt>
    <dgm:pt modelId="{7BC67C82-E677-4085-BBBF-B4B5406B60BC}">
      <dgm:prSet phldrT="[Text]"/>
      <dgm:spPr/>
      <dgm:t>
        <a:bodyPr/>
        <a:lstStyle/>
        <a:p>
          <a:pPr algn="l">
            <a:buNone/>
          </a:pPr>
          <a:r>
            <a:rPr lang="en-US" b="0" i="0" dirty="0" err="1"/>
            <a:t>Rasprava</a:t>
          </a:r>
          <a:r>
            <a:rPr lang="en-US" b="0" i="0" dirty="0"/>
            <a:t> o </a:t>
          </a:r>
          <a:r>
            <a:rPr lang="en-US" b="0" i="0" dirty="0" err="1"/>
            <a:t>slanju</a:t>
          </a:r>
          <a:r>
            <a:rPr lang="en-US" b="0" i="0" dirty="0"/>
            <a:t> E - </a:t>
          </a:r>
          <a:r>
            <a:rPr lang="en-US" b="0" i="0" dirty="0" err="1"/>
            <a:t>maila</a:t>
          </a:r>
          <a:r>
            <a:rPr lang="en-US" b="0" i="0" dirty="0"/>
            <a:t> </a:t>
          </a:r>
          <a:r>
            <a:rPr lang="en-US" b="0" i="0" dirty="0" err="1"/>
            <a:t>korisniku</a:t>
          </a:r>
          <a:endParaRPr lang="hr-HR" b="0" i="0" dirty="0"/>
        </a:p>
        <a:p>
          <a:pPr algn="l">
            <a:buNone/>
          </a:pPr>
          <a:br>
            <a:rPr lang="en-US" dirty="0"/>
          </a:br>
          <a:r>
            <a:rPr lang="en-US" b="0" i="0" dirty="0" err="1"/>
            <a:t>Rasprava</a:t>
          </a:r>
          <a:r>
            <a:rPr lang="en-US" b="0" i="0" dirty="0"/>
            <a:t> koji program </a:t>
          </a:r>
          <a:r>
            <a:rPr lang="en-US" b="0" i="0" dirty="0" err="1"/>
            <a:t>koristiti</a:t>
          </a:r>
          <a:r>
            <a:rPr lang="en-US" b="0" i="0" dirty="0"/>
            <a:t> za deploy - </a:t>
          </a:r>
          <a:r>
            <a:rPr lang="en-US" b="0" i="0" dirty="0" err="1"/>
            <a:t>odabran</a:t>
          </a:r>
          <a:r>
            <a:rPr lang="en-US" b="0" i="0" dirty="0"/>
            <a:t> Render</a:t>
          </a:r>
          <a:endParaRPr lang="en-US" dirty="0"/>
        </a:p>
      </dgm:t>
    </dgm:pt>
    <dgm:pt modelId="{C186A38E-A4C0-47A8-9A1C-0AB93D1A7337}" type="parTrans" cxnId="{B602CA95-D6F6-44E9-AA2D-F991B189BAFC}">
      <dgm:prSet/>
      <dgm:spPr/>
      <dgm:t>
        <a:bodyPr/>
        <a:lstStyle/>
        <a:p>
          <a:endParaRPr lang="en-US"/>
        </a:p>
      </dgm:t>
    </dgm:pt>
    <dgm:pt modelId="{37CAF375-451C-4EC6-B6DF-F68E60E7ED20}" type="sibTrans" cxnId="{B602CA95-D6F6-44E9-AA2D-F991B189BAFC}">
      <dgm:prSet/>
      <dgm:spPr/>
      <dgm:t>
        <a:bodyPr/>
        <a:lstStyle/>
        <a:p>
          <a:endParaRPr lang="en-US"/>
        </a:p>
      </dgm:t>
    </dgm:pt>
    <dgm:pt modelId="{16E0073D-B5DB-4FE1-8E39-B8CF7BCFEF78}">
      <dgm:prSet phldrT="[Text]" phldr="0"/>
      <dgm:spPr/>
      <dgm:t>
        <a:bodyPr/>
        <a:lstStyle/>
        <a:p>
          <a:r>
            <a:rPr lang="hr-HR" dirty="0"/>
            <a:t>18.1.2026.</a:t>
          </a:r>
          <a:endParaRPr lang="en-US" dirty="0"/>
        </a:p>
      </dgm:t>
    </dgm:pt>
    <dgm:pt modelId="{1A754091-FF8A-4B13-8585-A7D7C7B39E06}" type="parTrans" cxnId="{1F64209B-4337-49C3-8704-06A46209330C}">
      <dgm:prSet/>
      <dgm:spPr/>
      <dgm:t>
        <a:bodyPr/>
        <a:lstStyle/>
        <a:p>
          <a:endParaRPr lang="en-US"/>
        </a:p>
      </dgm:t>
    </dgm:pt>
    <dgm:pt modelId="{C032F299-5B86-4419-B63D-6C675BFEA462}" type="sibTrans" cxnId="{1F64209B-4337-49C3-8704-06A46209330C}">
      <dgm:prSet/>
      <dgm:spPr/>
      <dgm:t>
        <a:bodyPr/>
        <a:lstStyle/>
        <a:p>
          <a:endParaRPr lang="en-US"/>
        </a:p>
      </dgm:t>
    </dgm:pt>
    <dgm:pt modelId="{503802F2-5F7E-47F3-A2AF-83F7694CEFB6}">
      <dgm:prSet phldrT="[Text]" phldr="0"/>
      <dgm:spPr/>
      <dgm:t>
        <a:bodyPr/>
        <a:lstStyle/>
        <a:p>
          <a:pPr algn="l"/>
          <a:r>
            <a:rPr lang="hr-HR" dirty="0"/>
            <a:t>Usavršavanje i dovršavanje aplikacije </a:t>
          </a:r>
          <a:endParaRPr lang="en-US" dirty="0"/>
        </a:p>
      </dgm:t>
    </dgm:pt>
    <dgm:pt modelId="{CB37D333-D613-4DAF-8D93-B6424A77E75A}" type="parTrans" cxnId="{22D9A085-BABF-48CE-8D80-748071201E0F}">
      <dgm:prSet/>
      <dgm:spPr/>
      <dgm:t>
        <a:bodyPr/>
        <a:lstStyle/>
        <a:p>
          <a:endParaRPr lang="en-US"/>
        </a:p>
      </dgm:t>
    </dgm:pt>
    <dgm:pt modelId="{902D3B6A-8C31-408C-87A5-58C34BFE65AB}" type="sibTrans" cxnId="{22D9A085-BABF-48CE-8D80-748071201E0F}">
      <dgm:prSet/>
      <dgm:spPr/>
      <dgm:t>
        <a:bodyPr/>
        <a:lstStyle/>
        <a:p>
          <a:endParaRPr lang="en-US"/>
        </a:p>
      </dgm:t>
    </dgm:pt>
    <dgm:pt modelId="{73A3697D-8746-4186-BE95-8F3FD04B082A}" type="pres">
      <dgm:prSet presAssocID="{7890602D-AFD9-432A-B640-79732C5C80A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B5FEAEEC-CA55-494A-890D-F2203ADC2965}" type="pres">
      <dgm:prSet presAssocID="{16E0073D-B5DB-4FE1-8E39-B8CF7BCFEF78}" presName="ChildAccent2" presStyleCnt="0"/>
      <dgm:spPr/>
    </dgm:pt>
    <dgm:pt modelId="{37062780-E54E-4992-BFBD-A216CC6C06FF}" type="pres">
      <dgm:prSet presAssocID="{16E0073D-B5DB-4FE1-8E39-B8CF7BCFEF78}" presName="ChildAccent" presStyleLbl="alignImgPlace1" presStyleIdx="0" presStyleCnt="2"/>
      <dgm:spPr/>
    </dgm:pt>
    <dgm:pt modelId="{1D4B7A33-9CBD-4CE3-B81B-4371CDA83C2B}" type="pres">
      <dgm:prSet presAssocID="{16E0073D-B5DB-4FE1-8E39-B8CF7BCFEF78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AD23467-0C9F-4C46-BE84-CE8123A1C988}" type="pres">
      <dgm:prSet presAssocID="{16E0073D-B5DB-4FE1-8E39-B8CF7BCFEF78}" presName="Parent2" presStyleLbl="node1" presStyleIdx="0" presStyleCnt="2">
        <dgm:presLayoutVars>
          <dgm:chMax val="2"/>
          <dgm:chPref val="1"/>
          <dgm:bulletEnabled val="1"/>
        </dgm:presLayoutVars>
      </dgm:prSet>
      <dgm:spPr/>
    </dgm:pt>
    <dgm:pt modelId="{8FA347A4-ADBE-49CE-92B2-9BC464E5743F}" type="pres">
      <dgm:prSet presAssocID="{0A759CF0-1923-42DC-B73F-21A066A772F7}" presName="ChildAccent1" presStyleCnt="0"/>
      <dgm:spPr/>
    </dgm:pt>
    <dgm:pt modelId="{268C7422-6A25-4542-B939-58A5BC4A9364}" type="pres">
      <dgm:prSet presAssocID="{0A759CF0-1923-42DC-B73F-21A066A772F7}" presName="ChildAccent" presStyleLbl="alignImgPlace1" presStyleIdx="1" presStyleCnt="2"/>
      <dgm:spPr/>
    </dgm:pt>
    <dgm:pt modelId="{8E3E3A12-D1F2-4A06-8522-111297C1F991}" type="pres">
      <dgm:prSet presAssocID="{0A759CF0-1923-42DC-B73F-21A066A772F7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2F1554D-E4AA-45D8-9AF7-9A2E81175B36}" type="pres">
      <dgm:prSet presAssocID="{0A759CF0-1923-42DC-B73F-21A066A772F7}" presName="Parent1" presStyleLbl="node1" presStyleIdx="1" presStyleCnt="2">
        <dgm:presLayoutVars>
          <dgm:chMax val="2"/>
          <dgm:chPref val="1"/>
          <dgm:bulletEnabled val="1"/>
        </dgm:presLayoutVars>
      </dgm:prSet>
      <dgm:spPr/>
    </dgm:pt>
  </dgm:ptLst>
  <dgm:cxnLst>
    <dgm:cxn modelId="{92527107-2890-40D7-9997-0EF10BEA566C}" type="presOf" srcId="{503802F2-5F7E-47F3-A2AF-83F7694CEFB6}" destId="{1D4B7A33-9CBD-4CE3-B81B-4371CDA83C2B}" srcOrd="1" destOrd="0" presId="urn:microsoft.com/office/officeart/2011/layout/InterconnectedBlockProcess"/>
    <dgm:cxn modelId="{8E215B2A-AA6C-4215-B74B-A019F0E1C190}" type="presOf" srcId="{503802F2-5F7E-47F3-A2AF-83F7694CEFB6}" destId="{37062780-E54E-4992-BFBD-A216CC6C06FF}" srcOrd="0" destOrd="0" presId="urn:microsoft.com/office/officeart/2011/layout/InterconnectedBlockProcess"/>
    <dgm:cxn modelId="{BA8CED2A-D32D-43C0-BA12-BEB8E61384FC}" type="presOf" srcId="{0A759CF0-1923-42DC-B73F-21A066A772F7}" destId="{52F1554D-E4AA-45D8-9AF7-9A2E81175B36}" srcOrd="0" destOrd="0" presId="urn:microsoft.com/office/officeart/2011/layout/InterconnectedBlockProcess"/>
    <dgm:cxn modelId="{DF45B66A-9226-40DC-8561-03C4ADFFCAF5}" srcId="{7890602D-AFD9-432A-B640-79732C5C80A8}" destId="{0A759CF0-1923-42DC-B73F-21A066A772F7}" srcOrd="0" destOrd="0" parTransId="{0A0204C5-4375-4C50-B62D-0BE3F9EC2245}" sibTransId="{A7FF8888-B3FE-4E9E-8311-135F3D873C9E}"/>
    <dgm:cxn modelId="{DE4E127F-854B-40E9-AEFB-78BAA324F0E0}" type="presOf" srcId="{7890602D-AFD9-432A-B640-79732C5C80A8}" destId="{73A3697D-8746-4186-BE95-8F3FD04B082A}" srcOrd="0" destOrd="0" presId="urn:microsoft.com/office/officeart/2011/layout/InterconnectedBlockProcess"/>
    <dgm:cxn modelId="{22D9A085-BABF-48CE-8D80-748071201E0F}" srcId="{16E0073D-B5DB-4FE1-8E39-B8CF7BCFEF78}" destId="{503802F2-5F7E-47F3-A2AF-83F7694CEFB6}" srcOrd="0" destOrd="0" parTransId="{CB37D333-D613-4DAF-8D93-B6424A77E75A}" sibTransId="{902D3B6A-8C31-408C-87A5-58C34BFE65AB}"/>
    <dgm:cxn modelId="{7FBB4B94-7094-4A3D-96CC-FF76745BC1AA}" type="presOf" srcId="{7BC67C82-E677-4085-BBBF-B4B5406B60BC}" destId="{268C7422-6A25-4542-B939-58A5BC4A9364}" srcOrd="0" destOrd="0" presId="urn:microsoft.com/office/officeart/2011/layout/InterconnectedBlockProcess"/>
    <dgm:cxn modelId="{B602CA95-D6F6-44E9-AA2D-F991B189BAFC}" srcId="{0A759CF0-1923-42DC-B73F-21A066A772F7}" destId="{7BC67C82-E677-4085-BBBF-B4B5406B60BC}" srcOrd="0" destOrd="0" parTransId="{C186A38E-A4C0-47A8-9A1C-0AB93D1A7337}" sibTransId="{37CAF375-451C-4EC6-B6DF-F68E60E7ED20}"/>
    <dgm:cxn modelId="{1F64209B-4337-49C3-8704-06A46209330C}" srcId="{7890602D-AFD9-432A-B640-79732C5C80A8}" destId="{16E0073D-B5DB-4FE1-8E39-B8CF7BCFEF78}" srcOrd="1" destOrd="0" parTransId="{1A754091-FF8A-4B13-8585-A7D7C7B39E06}" sibTransId="{C032F299-5B86-4419-B63D-6C675BFEA462}"/>
    <dgm:cxn modelId="{F6E397B2-AA5B-45D4-B811-986897812599}" type="presOf" srcId="{7BC67C82-E677-4085-BBBF-B4B5406B60BC}" destId="{8E3E3A12-D1F2-4A06-8522-111297C1F991}" srcOrd="1" destOrd="0" presId="urn:microsoft.com/office/officeart/2011/layout/InterconnectedBlockProcess"/>
    <dgm:cxn modelId="{5EE191D5-74C2-4E18-BA47-391CD9F59893}" type="presOf" srcId="{16E0073D-B5DB-4FE1-8E39-B8CF7BCFEF78}" destId="{3AD23467-0C9F-4C46-BE84-CE8123A1C988}" srcOrd="0" destOrd="0" presId="urn:microsoft.com/office/officeart/2011/layout/InterconnectedBlockProcess"/>
    <dgm:cxn modelId="{9C1034DE-AACC-493A-9078-11BE582FF3E8}" type="presParOf" srcId="{73A3697D-8746-4186-BE95-8F3FD04B082A}" destId="{B5FEAEEC-CA55-494A-890D-F2203ADC2965}" srcOrd="0" destOrd="0" presId="urn:microsoft.com/office/officeart/2011/layout/InterconnectedBlockProcess"/>
    <dgm:cxn modelId="{EA45844B-6AFE-4746-9492-5AA4D407E217}" type="presParOf" srcId="{B5FEAEEC-CA55-494A-890D-F2203ADC2965}" destId="{37062780-E54E-4992-BFBD-A216CC6C06FF}" srcOrd="0" destOrd="0" presId="urn:microsoft.com/office/officeart/2011/layout/InterconnectedBlockProcess"/>
    <dgm:cxn modelId="{AE07BCCA-A3F0-4D80-853F-3BAF34826CDC}" type="presParOf" srcId="{73A3697D-8746-4186-BE95-8F3FD04B082A}" destId="{1D4B7A33-9CBD-4CE3-B81B-4371CDA83C2B}" srcOrd="1" destOrd="0" presId="urn:microsoft.com/office/officeart/2011/layout/InterconnectedBlockProcess"/>
    <dgm:cxn modelId="{450BD107-BCAE-4089-BC49-336C1584EB68}" type="presParOf" srcId="{73A3697D-8746-4186-BE95-8F3FD04B082A}" destId="{3AD23467-0C9F-4C46-BE84-CE8123A1C988}" srcOrd="2" destOrd="0" presId="urn:microsoft.com/office/officeart/2011/layout/InterconnectedBlockProcess"/>
    <dgm:cxn modelId="{7362A269-E64C-4E3A-906A-2BB95D40CACB}" type="presParOf" srcId="{73A3697D-8746-4186-BE95-8F3FD04B082A}" destId="{8FA347A4-ADBE-49CE-92B2-9BC464E5743F}" srcOrd="3" destOrd="0" presId="urn:microsoft.com/office/officeart/2011/layout/InterconnectedBlockProcess"/>
    <dgm:cxn modelId="{F9C59E44-D434-445A-9DDD-428D4F3D7B82}" type="presParOf" srcId="{8FA347A4-ADBE-49CE-92B2-9BC464E5743F}" destId="{268C7422-6A25-4542-B939-58A5BC4A9364}" srcOrd="0" destOrd="0" presId="urn:microsoft.com/office/officeart/2011/layout/InterconnectedBlockProcess"/>
    <dgm:cxn modelId="{5ADE5189-F7B8-4666-BCD5-CA29351B1B0E}" type="presParOf" srcId="{73A3697D-8746-4186-BE95-8F3FD04B082A}" destId="{8E3E3A12-D1F2-4A06-8522-111297C1F991}" srcOrd="4" destOrd="0" presId="urn:microsoft.com/office/officeart/2011/layout/InterconnectedBlockProcess"/>
    <dgm:cxn modelId="{23579D27-22D2-4C55-B469-759CF03B211B}" type="presParOf" srcId="{73A3697D-8746-4186-BE95-8F3FD04B082A}" destId="{52F1554D-E4AA-45D8-9AF7-9A2E81175B36}" srcOrd="5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47292-A61B-475E-9EAA-A773D7595D1D}">
      <dsp:nvSpPr>
        <dsp:cNvPr id="0" name=""/>
        <dsp:cNvSpPr/>
      </dsp:nvSpPr>
      <dsp:spPr>
        <a:xfrm>
          <a:off x="5502498" y="948898"/>
          <a:ext cx="2003270" cy="445177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Frontend</a:t>
          </a:r>
          <a:r>
            <a:rPr lang="en-US" sz="1800" b="0" i="0" kern="1200" dirty="0"/>
            <a:t>: </a:t>
          </a:r>
          <a:r>
            <a:rPr lang="en-US" sz="1800" b="0" i="0" kern="1200" dirty="0" err="1"/>
            <a:t>Rješavanje</a:t>
          </a:r>
          <a:r>
            <a:rPr lang="en-US" sz="1800" b="0" i="0" kern="1200" dirty="0"/>
            <a:t> </a:t>
          </a:r>
          <a:r>
            <a:rPr lang="en-US" sz="1800" b="0" i="0" kern="1200" dirty="0" err="1"/>
            <a:t>formulara</a:t>
          </a:r>
          <a:r>
            <a:rPr lang="en-US" sz="1800" b="0" i="0" kern="1200" dirty="0"/>
            <a:t> za </a:t>
          </a:r>
          <a:r>
            <a:rPr lang="en-US" sz="1800" b="0" i="0" kern="1200" dirty="0" err="1"/>
            <a:t>upis</a:t>
          </a:r>
          <a:r>
            <a:rPr lang="en-US" sz="1800" b="0" i="0" kern="1200" dirty="0"/>
            <a:t> </a:t>
          </a:r>
          <a:r>
            <a:rPr lang="en-US" sz="1800" b="0" i="0" kern="1200" dirty="0" err="1"/>
            <a:t>vozila</a:t>
          </a:r>
          <a:endParaRPr lang="hr-HR" sz="1800" b="0" i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b="0" i="0" kern="1200" dirty="0"/>
          </a:br>
          <a:r>
            <a:rPr lang="en-US" sz="1800" b="1" i="0" kern="1200" dirty="0"/>
            <a:t>Backend</a:t>
          </a:r>
          <a:r>
            <a:rPr lang="en-US" sz="1800" b="0" i="0" kern="1200" dirty="0"/>
            <a:t>: </a:t>
          </a:r>
          <a:r>
            <a:rPr lang="en-US" sz="1800" b="0" i="0" kern="1200" dirty="0" err="1"/>
            <a:t>Spajanje</a:t>
          </a:r>
          <a:r>
            <a:rPr lang="en-US" sz="1800" b="0" i="0" kern="1200" dirty="0"/>
            <a:t> s </a:t>
          </a:r>
          <a:r>
            <a:rPr lang="en-US" sz="1800" b="0" i="0" kern="1200" dirty="0" err="1"/>
            <a:t>bazom</a:t>
          </a:r>
          <a:endParaRPr lang="hr-HR" sz="1800" b="0" i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b="0" i="0" kern="1200" dirty="0"/>
          </a:br>
          <a:r>
            <a:rPr lang="en-US" sz="1800" b="1" i="0" kern="1200" dirty="0"/>
            <a:t>Baza</a:t>
          </a:r>
          <a:r>
            <a:rPr lang="en-US" sz="1800" b="0" i="0" kern="1200" dirty="0"/>
            <a:t>: </a:t>
          </a:r>
          <a:r>
            <a:rPr lang="en-US" sz="1800" b="0" i="0" kern="1200" dirty="0" err="1"/>
            <a:t>dovršena</a:t>
          </a:r>
          <a:r>
            <a:rPr lang="en-US" sz="1800" b="0" i="0" kern="1200" dirty="0"/>
            <a:t> </a:t>
          </a:r>
          <a:r>
            <a:rPr lang="en-US" sz="1800" b="0" i="0" kern="1200" dirty="0" err="1"/>
            <a:t>baza</a:t>
          </a:r>
          <a:r>
            <a:rPr lang="en-US" sz="1800" b="0" i="0" kern="1200" dirty="0"/>
            <a:t> </a:t>
          </a:r>
          <a:r>
            <a:rPr lang="en-US" sz="1800" b="0" i="0" kern="1200" dirty="0" err="1"/>
            <a:t>podataka</a:t>
          </a:r>
          <a:endParaRPr lang="hr-HR" sz="1800" b="0" i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b="0" i="0" kern="1200" dirty="0"/>
          </a:br>
          <a:r>
            <a:rPr lang="en-US" sz="1800" b="1" i="0" kern="1200" dirty="0" err="1"/>
            <a:t>Dokumentacija</a:t>
          </a:r>
          <a:r>
            <a:rPr lang="en-US" sz="1800" b="0" i="0" kern="1200" dirty="0"/>
            <a:t>: </a:t>
          </a:r>
          <a:r>
            <a:rPr lang="en-US" sz="1800" b="0" i="0" kern="1200" dirty="0" err="1"/>
            <a:t>Analiziranje</a:t>
          </a:r>
          <a:r>
            <a:rPr lang="en-US" sz="1800" b="0" i="0" kern="1200" dirty="0"/>
            <a:t> </a:t>
          </a:r>
          <a:r>
            <a:rPr lang="en-US" sz="1800" b="0" i="0" kern="1200" dirty="0" err="1"/>
            <a:t>daljnjeg</a:t>
          </a:r>
          <a:r>
            <a:rPr lang="en-US" sz="1800" b="0" i="0" kern="1200" dirty="0"/>
            <a:t> </a:t>
          </a:r>
          <a:r>
            <a:rPr lang="en-US" sz="1800" b="0" i="0" kern="1200" dirty="0" err="1"/>
            <a:t>razvoja</a:t>
          </a:r>
          <a:r>
            <a:rPr lang="en-US" sz="1800" b="0" i="0" kern="1200" dirty="0"/>
            <a:t> </a:t>
          </a:r>
          <a:r>
            <a:rPr lang="en-US" sz="1800" b="0" i="0" kern="1200" dirty="0" err="1"/>
            <a:t>dokumentacije</a:t>
          </a:r>
          <a:endParaRPr lang="en-US" sz="1800" kern="1200" dirty="0"/>
        </a:p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5756738" y="948898"/>
        <a:ext cx="1749029" cy="4451776"/>
      </dsp:txXfrm>
    </dsp:sp>
    <dsp:sp modelId="{91CB3876-FB77-46A4-AE2D-B28FDF38BA0F}">
      <dsp:nvSpPr>
        <dsp:cNvPr id="0" name=""/>
        <dsp:cNvSpPr/>
      </dsp:nvSpPr>
      <dsp:spPr>
        <a:xfrm>
          <a:off x="5502498" y="0"/>
          <a:ext cx="2003270" cy="9505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1.12.2025</a:t>
          </a:r>
          <a:endParaRPr lang="en-US" sz="2800" kern="1200" dirty="0"/>
        </a:p>
      </dsp:txBody>
      <dsp:txXfrm>
        <a:off x="5502498" y="0"/>
        <a:ext cx="2003270" cy="950518"/>
      </dsp:txXfrm>
    </dsp:sp>
    <dsp:sp modelId="{06613CFB-C33D-4E12-B852-51E333A1E8F4}">
      <dsp:nvSpPr>
        <dsp:cNvPr id="0" name=""/>
        <dsp:cNvSpPr/>
      </dsp:nvSpPr>
      <dsp:spPr>
        <a:xfrm>
          <a:off x="3498626" y="948898"/>
          <a:ext cx="2003270" cy="413421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 dirty="0"/>
            <a:t>Uspostavljanje funkcionalnih i nefunkcionalnih zahtjeva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3752867" y="948898"/>
        <a:ext cx="1749029" cy="4134216"/>
      </dsp:txXfrm>
    </dsp:sp>
    <dsp:sp modelId="{1DC5D10C-F694-4995-80D4-7F2BEC9171BC}">
      <dsp:nvSpPr>
        <dsp:cNvPr id="0" name=""/>
        <dsp:cNvSpPr/>
      </dsp:nvSpPr>
      <dsp:spPr>
        <a:xfrm>
          <a:off x="3498626" y="153919"/>
          <a:ext cx="2003270" cy="7949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22.11.2025</a:t>
          </a:r>
          <a:endParaRPr lang="en-US" sz="2800" kern="1200" dirty="0"/>
        </a:p>
      </dsp:txBody>
      <dsp:txXfrm>
        <a:off x="3498626" y="153919"/>
        <a:ext cx="2003270" cy="794979"/>
      </dsp:txXfrm>
    </dsp:sp>
    <dsp:sp modelId="{4FEF1E70-7210-4A43-8655-34BB196AE19C}">
      <dsp:nvSpPr>
        <dsp:cNvPr id="0" name=""/>
        <dsp:cNvSpPr/>
      </dsp:nvSpPr>
      <dsp:spPr>
        <a:xfrm>
          <a:off x="1495356" y="948898"/>
          <a:ext cx="2003270" cy="381611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r-HR" sz="1800" kern="1200" dirty="0"/>
            <a:t>Podjela uloga na projektu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 dirty="0"/>
            <a:t>Uspostava komunikacije na WhatsAppu</a:t>
          </a:r>
          <a:endParaRPr lang="en-US" sz="1800" kern="1200" dirty="0"/>
        </a:p>
      </dsp:txBody>
      <dsp:txXfrm>
        <a:off x="1749597" y="948898"/>
        <a:ext cx="1749029" cy="3816116"/>
      </dsp:txXfrm>
    </dsp:sp>
    <dsp:sp modelId="{ABDCA0A3-F241-40C4-A584-CDB139E1FEC6}">
      <dsp:nvSpPr>
        <dsp:cNvPr id="0" name=""/>
        <dsp:cNvSpPr/>
      </dsp:nvSpPr>
      <dsp:spPr>
        <a:xfrm>
          <a:off x="1495356" y="312699"/>
          <a:ext cx="2003270" cy="6361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15.11.2025</a:t>
          </a:r>
          <a:endParaRPr lang="en-US" sz="2800" kern="1200" dirty="0"/>
        </a:p>
      </dsp:txBody>
      <dsp:txXfrm>
        <a:off x="1495356" y="312699"/>
        <a:ext cx="2003270" cy="636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062780-E54E-4992-BFBD-A216CC6C06FF}">
      <dsp:nvSpPr>
        <dsp:cNvPr id="0" name=""/>
        <dsp:cNvSpPr/>
      </dsp:nvSpPr>
      <dsp:spPr>
        <a:xfrm>
          <a:off x="4500562" y="871128"/>
          <a:ext cx="2195104" cy="452954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/>
            <a:t>Usavršavanje i dovršavanje aplikacije </a:t>
          </a:r>
          <a:endParaRPr lang="en-US" sz="2400" kern="1200" dirty="0"/>
        </a:p>
      </dsp:txBody>
      <dsp:txXfrm>
        <a:off x="4779340" y="871128"/>
        <a:ext cx="1916326" cy="4529546"/>
      </dsp:txXfrm>
    </dsp:sp>
    <dsp:sp modelId="{3AD23467-0C9F-4C46-BE84-CE8123A1C988}">
      <dsp:nvSpPr>
        <dsp:cNvPr id="0" name=""/>
        <dsp:cNvSpPr/>
      </dsp:nvSpPr>
      <dsp:spPr>
        <a:xfrm>
          <a:off x="4500562" y="0"/>
          <a:ext cx="2195104" cy="8711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425" tIns="98425" rIns="98425" bIns="9842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kern="1200" dirty="0"/>
            <a:t>18.1.2026.</a:t>
          </a:r>
          <a:endParaRPr lang="en-US" sz="3100" kern="1200" dirty="0"/>
        </a:p>
      </dsp:txBody>
      <dsp:txXfrm>
        <a:off x="4500562" y="0"/>
        <a:ext cx="2195104" cy="871128"/>
      </dsp:txXfrm>
    </dsp:sp>
    <dsp:sp modelId="{268C7422-6A25-4542-B939-58A5BC4A9364}">
      <dsp:nvSpPr>
        <dsp:cNvPr id="0" name=""/>
        <dsp:cNvSpPr/>
      </dsp:nvSpPr>
      <dsp:spPr>
        <a:xfrm>
          <a:off x="2305458" y="871128"/>
          <a:ext cx="2195104" cy="4181202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 err="1"/>
            <a:t>Rasprava</a:t>
          </a:r>
          <a:r>
            <a:rPr lang="en-US" sz="2400" b="0" i="0" kern="1200" dirty="0"/>
            <a:t> o </a:t>
          </a:r>
          <a:r>
            <a:rPr lang="en-US" sz="2400" b="0" i="0" kern="1200" dirty="0" err="1"/>
            <a:t>slanju</a:t>
          </a:r>
          <a:r>
            <a:rPr lang="en-US" sz="2400" b="0" i="0" kern="1200" dirty="0"/>
            <a:t> E - </a:t>
          </a:r>
          <a:r>
            <a:rPr lang="en-US" sz="2400" b="0" i="0" kern="1200" dirty="0" err="1"/>
            <a:t>maila</a:t>
          </a:r>
          <a:r>
            <a:rPr lang="en-US" sz="2400" b="0" i="0" kern="1200" dirty="0"/>
            <a:t> </a:t>
          </a:r>
          <a:r>
            <a:rPr lang="en-US" sz="2400" b="0" i="0" kern="1200" dirty="0" err="1"/>
            <a:t>korisniku</a:t>
          </a:r>
          <a:endParaRPr lang="hr-HR" sz="2400" b="0" i="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400" kern="1200" dirty="0"/>
          </a:br>
          <a:r>
            <a:rPr lang="en-US" sz="2400" b="0" i="0" kern="1200" dirty="0" err="1"/>
            <a:t>Rasprava</a:t>
          </a:r>
          <a:r>
            <a:rPr lang="en-US" sz="2400" b="0" i="0" kern="1200" dirty="0"/>
            <a:t> koji program </a:t>
          </a:r>
          <a:r>
            <a:rPr lang="en-US" sz="2400" b="0" i="0" kern="1200" dirty="0" err="1"/>
            <a:t>koristiti</a:t>
          </a:r>
          <a:r>
            <a:rPr lang="en-US" sz="2400" b="0" i="0" kern="1200" dirty="0"/>
            <a:t> za deploy - </a:t>
          </a:r>
          <a:r>
            <a:rPr lang="en-US" sz="2400" b="0" i="0" kern="1200" dirty="0" err="1"/>
            <a:t>odabran</a:t>
          </a:r>
          <a:r>
            <a:rPr lang="en-US" sz="2400" b="0" i="0" kern="1200" dirty="0"/>
            <a:t> Render</a:t>
          </a:r>
          <a:endParaRPr lang="en-US" sz="2400" kern="1200" dirty="0"/>
        </a:p>
      </dsp:txBody>
      <dsp:txXfrm>
        <a:off x="2584236" y="871128"/>
        <a:ext cx="1916326" cy="4181202"/>
      </dsp:txXfrm>
    </dsp:sp>
    <dsp:sp modelId="{52F1554D-E4AA-45D8-9AF7-9A2E81175B36}">
      <dsp:nvSpPr>
        <dsp:cNvPr id="0" name=""/>
        <dsp:cNvSpPr/>
      </dsp:nvSpPr>
      <dsp:spPr>
        <a:xfrm>
          <a:off x="2305458" y="174441"/>
          <a:ext cx="2195104" cy="6966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425" tIns="98425" rIns="98425" bIns="9842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kern="1200" dirty="0"/>
            <a:t>17.12.2025</a:t>
          </a:r>
          <a:endParaRPr lang="en-US" sz="3100" kern="1200" dirty="0"/>
        </a:p>
      </dsp:txBody>
      <dsp:txXfrm>
        <a:off x="2305458" y="174441"/>
        <a:ext cx="2195104" cy="696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/>
              <a:t>BREGMOTORS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</a:t>
            </a:r>
            <a:r>
              <a:rPr lang="hr-HR" sz="1400" dirty="0"/>
              <a:t>05</a:t>
            </a:r>
            <a:r>
              <a:rPr lang="hr-HR" sz="1400" noProof="0" dirty="0"/>
              <a:t>.</a:t>
            </a:r>
            <a:r>
              <a:rPr lang="hr-HR" sz="1400" dirty="0"/>
              <a:t>2</a:t>
            </a:r>
            <a:r>
              <a:rPr lang="hr-HR" sz="1400" noProof="0" dirty="0"/>
              <a:t> </a:t>
            </a:r>
            <a:r>
              <a:rPr lang="hr-HR" sz="1400" dirty="0"/>
              <a:t>Havana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800" dirty="0"/>
              <a:t>Članovi grupe</a:t>
            </a:r>
          </a:p>
          <a:p>
            <a:r>
              <a:rPr lang="hr-HR" sz="2800" dirty="0"/>
              <a:t>O projektu</a:t>
            </a:r>
          </a:p>
          <a:p>
            <a:r>
              <a:rPr lang="hr-HR" sz="2800" dirty="0"/>
              <a:t>Analiza i oblikovanje sustava	</a:t>
            </a:r>
          </a:p>
          <a:p>
            <a:pPr lvl="1"/>
            <a:r>
              <a:rPr lang="hr-HR" sz="2400" dirty="0"/>
              <a:t>Funkcionalni/Nefunkcionalni zahtjevi</a:t>
            </a:r>
          </a:p>
          <a:p>
            <a:pPr lvl="1"/>
            <a:r>
              <a:rPr lang="hr-HR" sz="2400" dirty="0"/>
              <a:t>Specifikacija zahtjeva sustava</a:t>
            </a:r>
          </a:p>
          <a:p>
            <a:pPr lvl="1"/>
            <a:r>
              <a:rPr lang="hr-HR" sz="2400" dirty="0"/>
              <a:t>Arhitektura sustava</a:t>
            </a:r>
          </a:p>
          <a:p>
            <a:r>
              <a:rPr lang="hr-HR" sz="2800" dirty="0"/>
              <a:t>Korišteni alati i tehnologije</a:t>
            </a:r>
          </a:p>
          <a:p>
            <a:r>
              <a:rPr lang="hr-HR" sz="2800" dirty="0"/>
              <a:t>Organizacija rada </a:t>
            </a:r>
          </a:p>
          <a:p>
            <a:r>
              <a:rPr lang="hr-HR" sz="2800" dirty="0"/>
              <a:t>Iskustva</a:t>
            </a:r>
          </a:p>
          <a:p>
            <a:r>
              <a:rPr lang="hr-HR" sz="2800" dirty="0"/>
              <a:t>Zaključak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Mihael Čačić: Voditelj projekta, dokumentacija</a:t>
            </a:r>
          </a:p>
          <a:p>
            <a:r>
              <a:rPr lang="hr-HR" dirty="0"/>
              <a:t>Antonio Valec: Full stack</a:t>
            </a:r>
          </a:p>
          <a:p>
            <a:r>
              <a:rPr lang="hr-HR" dirty="0"/>
              <a:t>Mark Volf: Dev Ops</a:t>
            </a:r>
          </a:p>
          <a:p>
            <a:r>
              <a:rPr lang="hr-HR" dirty="0"/>
              <a:t>Ivan Klobučar: Backend</a:t>
            </a:r>
          </a:p>
          <a:p>
            <a:r>
              <a:rPr lang="hr-HR" dirty="0"/>
              <a:t>Leon Vesić: Baze podataka, testiranje</a:t>
            </a:r>
          </a:p>
          <a:p>
            <a:r>
              <a:rPr lang="hr-HR" noProof="0" dirty="0"/>
              <a:t>Kr</a:t>
            </a:r>
            <a:r>
              <a:rPr lang="hr-HR" dirty="0"/>
              <a:t>istian Vranješ: Frontend</a:t>
            </a:r>
          </a:p>
          <a:p>
            <a:r>
              <a:rPr lang="hr-HR" noProof="0" dirty="0"/>
              <a:t>Filip Vučković: Dokumentacija, frontend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hr-HR" altLang="sr-Latn-RS" b="1" dirty="0"/>
              <a:t>Što aplikacija rješava?</a:t>
            </a:r>
          </a:p>
          <a:p>
            <a:pPr lvl="1"/>
            <a:r>
              <a:rPr lang="en-US" dirty="0"/>
              <a:t>Neorganizirano </a:t>
            </a:r>
            <a:r>
              <a:rPr lang="en-US" dirty="0" err="1"/>
              <a:t>vođenje</a:t>
            </a:r>
            <a:r>
              <a:rPr lang="en-US" dirty="0"/>
              <a:t> </a:t>
            </a:r>
            <a:r>
              <a:rPr lang="en-US" dirty="0" err="1"/>
              <a:t>autoservisa</a:t>
            </a:r>
            <a:endParaRPr lang="hr-HR" dirty="0"/>
          </a:p>
          <a:p>
            <a:pPr lvl="1"/>
            <a:r>
              <a:rPr lang="pl-PL" dirty="0"/>
              <a:t>Loše praćenje termina i popravaka</a:t>
            </a:r>
          </a:p>
          <a:p>
            <a:pPr lvl="1"/>
            <a:r>
              <a:rPr lang="pl-PL" dirty="0"/>
              <a:t>Nedostatak jasne komunikacije s korisnicima</a:t>
            </a:r>
            <a:endParaRPr lang="hr-HR" altLang="sr-Latn-RS" b="1" dirty="0"/>
          </a:p>
          <a:p>
            <a:pPr lvl="0"/>
            <a:r>
              <a:rPr lang="hr-HR" altLang="sr-Latn-RS" dirty="0"/>
              <a:t>Cilj aplikacije:</a:t>
            </a:r>
          </a:p>
          <a:p>
            <a:pPr lvl="1"/>
            <a:r>
              <a:rPr lang="en-US" dirty="0" err="1"/>
              <a:t>Digitalizacija</a:t>
            </a:r>
            <a:r>
              <a:rPr lang="en-US" dirty="0"/>
              <a:t> rada </a:t>
            </a:r>
            <a:r>
              <a:rPr lang="en-US" dirty="0" err="1"/>
              <a:t>autoservisa</a:t>
            </a:r>
            <a:endParaRPr lang="hr-HR" dirty="0"/>
          </a:p>
          <a:p>
            <a:pPr lvl="1"/>
            <a:r>
              <a:rPr lang="en-US" dirty="0" err="1"/>
              <a:t>Evidencija</a:t>
            </a:r>
            <a:r>
              <a:rPr lang="en-US" dirty="0"/>
              <a:t> </a:t>
            </a:r>
            <a:r>
              <a:rPr lang="en-US" dirty="0" err="1"/>
              <a:t>vozila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servisnih</a:t>
            </a:r>
            <a:r>
              <a:rPr lang="en-US" dirty="0"/>
              <a:t> </a:t>
            </a:r>
            <a:r>
              <a:rPr lang="en-US" dirty="0" err="1"/>
              <a:t>naloga</a:t>
            </a:r>
            <a:endParaRPr lang="hr-HR" dirty="0"/>
          </a:p>
          <a:p>
            <a:pPr lvl="1"/>
            <a:r>
              <a:rPr lang="pl-PL" dirty="0"/>
              <a:t>Praćenje statusa popravaka i dokumentacije</a:t>
            </a:r>
            <a:endParaRPr lang="hr-HR" altLang="sr-Latn-RS" dirty="0"/>
          </a:p>
          <a:p>
            <a:pPr lvl="0"/>
            <a:r>
              <a:rPr lang="hr-HR" altLang="sr-Latn-RS" dirty="0"/>
              <a:t>Postojeća rješenja i naša prednost</a:t>
            </a:r>
          </a:p>
          <a:p>
            <a:pPr lvl="1"/>
            <a:r>
              <a:rPr lang="hr-HR" altLang="sr-Latn-RS" dirty="0"/>
              <a:t>Postoje slična rješenja (AutoFluent, Shop-Ware, CarMD)</a:t>
            </a:r>
          </a:p>
          <a:p>
            <a:pPr lvl="1"/>
            <a:r>
              <a:rPr lang="hr-HR" altLang="sr-Latn-RS" dirty="0"/>
              <a:t>Prednost naše aplikacije: </a:t>
            </a:r>
            <a:r>
              <a:rPr lang="en-US" dirty="0" err="1"/>
              <a:t>jednostavna</a:t>
            </a:r>
            <a:r>
              <a:rPr lang="en-US" dirty="0"/>
              <a:t>, </a:t>
            </a:r>
            <a:r>
              <a:rPr lang="en-US" dirty="0" err="1"/>
              <a:t>prilagođena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lako</a:t>
            </a:r>
            <a:r>
              <a:rPr lang="en-US" dirty="0"/>
              <a:t> </a:t>
            </a:r>
            <a:r>
              <a:rPr lang="en-US" dirty="0" err="1"/>
              <a:t>proširiva</a:t>
            </a:r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1F345AC-0146-12AB-10F1-439DB13F2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2972175"/>
              </p:ext>
            </p:extLst>
          </p:nvPr>
        </p:nvGraphicFramePr>
        <p:xfrm>
          <a:off x="693370" y="860886"/>
          <a:ext cx="7757260" cy="5878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7260">
                  <a:extLst>
                    <a:ext uri="{9D8B030D-6E8A-4147-A177-3AD203B41FA5}">
                      <a16:colId xmlns:a16="http://schemas.microsoft.com/office/drawing/2014/main" val="624219653"/>
                    </a:ext>
                  </a:extLst>
                </a:gridCol>
              </a:tblGrid>
              <a:tr h="447646"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FUNKCIONALNI ZAHTJEVI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872259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Pregled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osnovnih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podataka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naziv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radno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vrijeme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lokacija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kontakt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94895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pl-PL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Unos podataka o vozilu (marka, model, registracija, opis).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177458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Odabir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servisera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slobodnog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termina.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76459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Provjera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dostupnosti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termina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realnom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vremenu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32158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Prikaz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lokacije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servisera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Google Maps.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180229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Opcionalna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rezervacija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zamjenskog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vozila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084397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potvrde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prijave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klijentu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898441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Generiranje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potvrde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prijave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PDF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01441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PDF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potvrde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korisniku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e-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maila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219952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Praćenje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popravka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stvarnom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vremenu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079618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Ažuriranje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/termina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napomena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strane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servisera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491176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Automatsko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obavještavanje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promjeni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/termina.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27549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Administracija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resursa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66283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Upravljanje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korisnicima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255709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Upravljanje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nalozima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52552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Pregled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dashboard za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voditelja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06599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pl-PL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Izvoz podataka u PDF, XML i XLSX.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75502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Predaja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vozila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autoservis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17842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Preuzimanje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vozila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autoservisa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05342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5B26-3AE7-FCC9-824B-F9E5BE48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PREGLED ZAHTJEVA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1DD026-C2DA-8C33-0663-B21F01A654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214458"/>
              </p:ext>
            </p:extLst>
          </p:nvPr>
        </p:nvGraphicFramePr>
        <p:xfrm>
          <a:off x="709874" y="864256"/>
          <a:ext cx="7724251" cy="5636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4251">
                  <a:extLst>
                    <a:ext uri="{9D8B030D-6E8A-4147-A177-3AD203B41FA5}">
                      <a16:colId xmlns:a16="http://schemas.microsoft.com/office/drawing/2014/main" val="3834493045"/>
                    </a:ext>
                  </a:extLst>
                </a:gridCol>
              </a:tblGrid>
              <a:tr h="466084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NEFUNKCIONALNI ZAHTJEVI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943875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omogućiti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učitavanje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početne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stranice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 3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sekunde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766370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Generiranje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PDF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potvrda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se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izvršiti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roku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kraćem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 5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sekundi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262019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Prikaz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vozila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popravka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ažuran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realnom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vremenu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446152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Autentifikacija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se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provoditi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sigurnog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OAuth2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protokola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01443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Komunikacija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između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klijenta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poslužitelja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šifrirana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(HTTPS).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825775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Samo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ovlašteni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korisnici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smiju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pristupati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zaštićenim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dijelovima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aplikacije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278505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Administrator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jedini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pravo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dodavati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mijenjati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brisati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korisničke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uloge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600172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Lozinke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smiju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pohranjivati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otvorenom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obliku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266390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dostupan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korisnicima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24/7,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osim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vrijeme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planiranog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održavanja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883694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automatski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pohraniti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sigurnosnu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kopiju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baze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jednom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dnevno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32794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slučaju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pogreške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poslužitelja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omogućiti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povrat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podataka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posljednje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sigurnosne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kopije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87122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Korisničko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sučelje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jednostavno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intuitivno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345536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Aplikacija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responzivan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dizajn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prilagođen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računala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tablete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mobilne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uređaje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234475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omogućiti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izvoz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podataka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PDF, XML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XLSX.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61285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omogućiti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prikaz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točne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lokacije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putem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Google Maps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servisa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178710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izrađen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modularno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kako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bi se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omogućilo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jednostavno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dodavanje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novih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funkcionalnosti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184952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Sav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izvorni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kôd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dokumentiran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skladu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konvencijama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jezika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(JavaScript, Node.js).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564373"/>
                  </a:ext>
                </a:extLst>
              </a:tr>
              <a:tr h="287261">
                <a:tc>
                  <a:txBody>
                    <a:bodyPr/>
                    <a:lstStyle/>
                    <a:p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mora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popraćen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korisničkom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tehničkom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13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dokumentacijom</a:t>
                      </a:r>
                      <a:r>
                        <a:rPr lang="en-US" sz="1013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28537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A919A-D646-DCE6-E3F1-48CB852D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5450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Specifikacija zahtjeva sustava</a:t>
            </a:r>
            <a:endParaRPr lang="hr-HR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9CAC60-2D76-33DC-FD1E-8223679DC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337" y="971550"/>
            <a:ext cx="6599327" cy="54006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Višeslojna arhitektura s jasno razdvojenim prezentacijskim, poslovnim i podatkovnim slojem</a:t>
            </a:r>
          </a:p>
          <a:p>
            <a:r>
              <a:rPr lang="en-US" dirty="0" err="1"/>
              <a:t>Razdvajanje</a:t>
            </a:r>
            <a:r>
              <a:rPr lang="en-US" dirty="0"/>
              <a:t> </a:t>
            </a:r>
            <a:r>
              <a:rPr lang="en-US" dirty="0" err="1"/>
              <a:t>odgovornosti</a:t>
            </a:r>
            <a:r>
              <a:rPr lang="en-US" dirty="0"/>
              <a:t>, </a:t>
            </a:r>
            <a:r>
              <a:rPr lang="en-US" dirty="0" err="1"/>
              <a:t>fleksibilnost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primjena</a:t>
            </a:r>
            <a:r>
              <a:rPr lang="en-US" dirty="0"/>
              <a:t> </a:t>
            </a:r>
            <a:r>
              <a:rPr lang="en-US" dirty="0" err="1"/>
              <a:t>načela</a:t>
            </a:r>
            <a:r>
              <a:rPr lang="en-US" dirty="0"/>
              <a:t> „</a:t>
            </a:r>
            <a:r>
              <a:rPr lang="en-US" dirty="0" err="1"/>
              <a:t>podijeli</a:t>
            </a:r>
            <a:r>
              <a:rPr lang="en-US" dirty="0"/>
              <a:t> pa </a:t>
            </a:r>
            <a:r>
              <a:rPr lang="en-US" dirty="0" err="1"/>
              <a:t>vladaj</a:t>
            </a:r>
            <a:r>
              <a:rPr lang="en-US" dirty="0"/>
              <a:t>“</a:t>
            </a:r>
            <a:endParaRPr lang="hr-HR" noProof="0" dirty="0"/>
          </a:p>
          <a:p>
            <a:endParaRPr lang="hr-HR" i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9D553C-1505-4D9B-786D-3FC19B9A5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99" y="2703777"/>
            <a:ext cx="7920000" cy="379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r-HR" sz="2800" noProof="0" dirty="0"/>
              <a:t>Programski jezici</a:t>
            </a:r>
          </a:p>
          <a:p>
            <a:pPr lvl="2"/>
            <a:r>
              <a:rPr lang="hr-HR" sz="2400" dirty="0"/>
              <a:t>Java (verzija 21) – backend</a:t>
            </a:r>
          </a:p>
          <a:p>
            <a:pPr lvl="2"/>
            <a:r>
              <a:rPr lang="hr-HR" sz="2400" noProof="0" dirty="0"/>
              <a:t>JavaScript (verzija 22) – frontend</a:t>
            </a:r>
          </a:p>
          <a:p>
            <a:pPr lvl="1"/>
            <a:r>
              <a:rPr lang="hr-HR" sz="2800" dirty="0"/>
              <a:t>Radni okviri: Spring Boot, React, JPA</a:t>
            </a:r>
          </a:p>
          <a:p>
            <a:pPr lvl="1"/>
            <a:r>
              <a:rPr lang="hr-HR" sz="2800" dirty="0"/>
              <a:t>Baza podataka: PostgreSQL (verzija 17)</a:t>
            </a:r>
          </a:p>
          <a:p>
            <a:pPr lvl="1"/>
            <a:r>
              <a:rPr lang="hr-HR" sz="2800" dirty="0"/>
              <a:t>Razvojni alati: IntelliJ IDEA, Git</a:t>
            </a:r>
          </a:p>
          <a:p>
            <a:pPr lvl="1"/>
            <a:r>
              <a:rPr lang="hr-HR" sz="2800" dirty="0"/>
              <a:t>Alati za ispitivanje: JUnit 5 (verzija 5.12.2)</a:t>
            </a:r>
          </a:p>
          <a:p>
            <a:pPr lvl="1"/>
            <a:r>
              <a:rPr lang="hr-HR" sz="2800" dirty="0"/>
              <a:t>Puštanje aplikacije u pogon: Render, Nginx</a:t>
            </a:r>
          </a:p>
          <a:p>
            <a:pPr lvl="1"/>
            <a:endParaRPr lang="hr-HR" sz="2400" dirty="0"/>
          </a:p>
          <a:p>
            <a:pPr lvl="1"/>
            <a:endParaRPr lang="hr-HR" sz="2400" dirty="0"/>
          </a:p>
          <a:p>
            <a:pPr lvl="1"/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D2A5C2-D144-378B-1978-780F83D94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4404675"/>
              </p:ext>
            </p:extLst>
          </p:nvPr>
        </p:nvGraphicFramePr>
        <p:xfrm>
          <a:off x="494843" y="1098121"/>
          <a:ext cx="8217156" cy="5364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052">
                  <a:extLst>
                    <a:ext uri="{9D8B030D-6E8A-4147-A177-3AD203B41FA5}">
                      <a16:colId xmlns:a16="http://schemas.microsoft.com/office/drawing/2014/main" val="3087738778"/>
                    </a:ext>
                  </a:extLst>
                </a:gridCol>
                <a:gridCol w="2739052">
                  <a:extLst>
                    <a:ext uri="{9D8B030D-6E8A-4147-A177-3AD203B41FA5}">
                      <a16:colId xmlns:a16="http://schemas.microsoft.com/office/drawing/2014/main" val="3429523718"/>
                    </a:ext>
                  </a:extLst>
                </a:gridCol>
                <a:gridCol w="2739052">
                  <a:extLst>
                    <a:ext uri="{9D8B030D-6E8A-4147-A177-3AD203B41FA5}">
                      <a16:colId xmlns:a16="http://schemas.microsoft.com/office/drawing/2014/main" val="1242454107"/>
                    </a:ext>
                  </a:extLst>
                </a:gridCol>
              </a:tblGrid>
              <a:tr h="603454">
                <a:tc>
                  <a:txBody>
                    <a:bodyPr/>
                    <a:lstStyle/>
                    <a:p>
                      <a:pPr algn="ctr"/>
                      <a:r>
                        <a:rPr lang="hr-HR" sz="2800" dirty="0"/>
                        <a:t>ČLAN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800" dirty="0"/>
                        <a:t>ZADATCI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800" dirty="0"/>
                        <a:t>ULOŽENO VRIJEME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31161"/>
                  </a:ext>
                </a:extLst>
              </a:tr>
              <a:tr h="603454">
                <a:tc>
                  <a:txBody>
                    <a:bodyPr/>
                    <a:lstStyle/>
                    <a:p>
                      <a:r>
                        <a:rPr lang="hr-HR" sz="2000" dirty="0"/>
                        <a:t>Mark Volf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Dev Ops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52752"/>
                  </a:ext>
                </a:extLst>
              </a:tr>
              <a:tr h="603454">
                <a:tc>
                  <a:txBody>
                    <a:bodyPr/>
                    <a:lstStyle/>
                    <a:p>
                      <a:r>
                        <a:rPr lang="hr-HR" sz="2000" dirty="0"/>
                        <a:t>Mihael Čaćić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Voditelj tima, dokumentacija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37056"/>
                  </a:ext>
                </a:extLst>
              </a:tr>
              <a:tr h="603454">
                <a:tc>
                  <a:txBody>
                    <a:bodyPr/>
                    <a:lstStyle/>
                    <a:p>
                      <a:r>
                        <a:rPr lang="hr-HR" sz="2000" dirty="0"/>
                        <a:t>Filip Vučković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Frontend, dokumentacija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71043"/>
                  </a:ext>
                </a:extLst>
              </a:tr>
              <a:tr h="603454">
                <a:tc>
                  <a:txBody>
                    <a:bodyPr/>
                    <a:lstStyle/>
                    <a:p>
                      <a:r>
                        <a:rPr lang="hr-HR" sz="2000" dirty="0"/>
                        <a:t>Leon Vesić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Baze podataka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3</a:t>
                      </a:r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16498"/>
                  </a:ext>
                </a:extLst>
              </a:tr>
              <a:tr h="603454">
                <a:tc>
                  <a:txBody>
                    <a:bodyPr/>
                    <a:lstStyle/>
                    <a:p>
                      <a:r>
                        <a:rPr lang="hr-HR" sz="2000" dirty="0"/>
                        <a:t>Antonio Valec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Full stack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339922"/>
                  </a:ext>
                </a:extLst>
              </a:tr>
              <a:tr h="603454">
                <a:tc>
                  <a:txBody>
                    <a:bodyPr/>
                    <a:lstStyle/>
                    <a:p>
                      <a:r>
                        <a:rPr lang="hr-HR" sz="2000" dirty="0"/>
                        <a:t>Kristian Vranješ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Frontend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023448"/>
                  </a:ext>
                </a:extLst>
              </a:tr>
              <a:tr h="603454">
                <a:tc>
                  <a:txBody>
                    <a:bodyPr/>
                    <a:lstStyle/>
                    <a:p>
                      <a:r>
                        <a:rPr lang="hr-HR" sz="2000" dirty="0"/>
                        <a:t>Ivan Klobučar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Backend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67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42309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80AD-A89E-CE2E-FFC8-719760E7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ORGANIZACIJA RADA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AEE84C2-01E6-6F92-29ED-AC38B60F5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161071"/>
              </p:ext>
            </p:extLst>
          </p:nvPr>
        </p:nvGraphicFramePr>
        <p:xfrm>
          <a:off x="71438" y="971550"/>
          <a:ext cx="9001125" cy="540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F9CB6-5E7B-26B6-6A10-ADB0055F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95722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1021-9369-4524-54BD-9770D908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ORGANIZACIJA RADA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60B9AC7-DA7A-A104-1465-2B682EAB35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5692268"/>
              </p:ext>
            </p:extLst>
          </p:nvPr>
        </p:nvGraphicFramePr>
        <p:xfrm>
          <a:off x="71438" y="971550"/>
          <a:ext cx="9001125" cy="540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FED5E-A756-6AC2-228C-6456AAFF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4530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en-US" dirty="0" err="1"/>
              <a:t>Uspjeh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uvelike</a:t>
            </a:r>
            <a:r>
              <a:rPr lang="en-US" dirty="0"/>
              <a:t> </a:t>
            </a:r>
            <a:r>
              <a:rPr lang="en-US" dirty="0" err="1"/>
              <a:t>ovisi</a:t>
            </a:r>
            <a:r>
              <a:rPr lang="en-US" dirty="0"/>
              <a:t> o </a:t>
            </a:r>
            <a:r>
              <a:rPr lang="en-US" dirty="0" err="1"/>
              <a:t>dobroj</a:t>
            </a:r>
            <a:r>
              <a:rPr lang="en-US" dirty="0"/>
              <a:t> </a:t>
            </a:r>
            <a:r>
              <a:rPr lang="en-US" dirty="0" err="1"/>
              <a:t>koordinaciji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međusobnoj</a:t>
            </a:r>
            <a:r>
              <a:rPr lang="en-US" dirty="0"/>
              <a:t> </a:t>
            </a:r>
            <a:r>
              <a:rPr lang="en-US" dirty="0" err="1"/>
              <a:t>komunikaciji</a:t>
            </a:r>
            <a:r>
              <a:rPr lang="en-US" dirty="0"/>
              <a:t> </a:t>
            </a:r>
            <a:r>
              <a:rPr lang="en-US" dirty="0" err="1"/>
              <a:t>tima</a:t>
            </a:r>
            <a:endParaRPr lang="hr-HR" dirty="0"/>
          </a:p>
          <a:p>
            <a:pPr lvl="1"/>
            <a:r>
              <a:rPr lang="en-US" dirty="0" err="1"/>
              <a:t>Precizno</a:t>
            </a:r>
            <a:r>
              <a:rPr lang="en-US" dirty="0"/>
              <a:t> </a:t>
            </a:r>
            <a:r>
              <a:rPr lang="en-US" dirty="0" err="1"/>
              <a:t>definirani</a:t>
            </a:r>
            <a:r>
              <a:rPr lang="en-US" dirty="0"/>
              <a:t> </a:t>
            </a:r>
            <a:r>
              <a:rPr lang="en-US" dirty="0" err="1"/>
              <a:t>zadaci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realno</a:t>
            </a:r>
            <a:r>
              <a:rPr lang="en-US" dirty="0"/>
              <a:t> </a:t>
            </a:r>
            <a:r>
              <a:rPr lang="en-US" dirty="0" err="1"/>
              <a:t>planiranje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</a:t>
            </a:r>
            <a:r>
              <a:rPr lang="en-US" dirty="0" err="1"/>
              <a:t>smanjuju</a:t>
            </a:r>
            <a:r>
              <a:rPr lang="en-US" dirty="0"/>
              <a:t> </a:t>
            </a:r>
            <a:r>
              <a:rPr lang="en-US" dirty="0" err="1"/>
              <a:t>kasnije</a:t>
            </a:r>
            <a:r>
              <a:rPr lang="en-US" dirty="0"/>
              <a:t> </a:t>
            </a:r>
            <a:r>
              <a:rPr lang="en-US" dirty="0" err="1"/>
              <a:t>probleme</a:t>
            </a:r>
            <a:endParaRPr lang="hr-HR" dirty="0"/>
          </a:p>
          <a:p>
            <a:pPr lvl="1"/>
            <a:r>
              <a:rPr lang="en-US" dirty="0" err="1"/>
              <a:t>Redovito</a:t>
            </a:r>
            <a:r>
              <a:rPr lang="en-US" dirty="0"/>
              <a:t> </a:t>
            </a:r>
            <a:r>
              <a:rPr lang="en-US" dirty="0" err="1"/>
              <a:t>održavanje</a:t>
            </a:r>
            <a:r>
              <a:rPr lang="en-US" dirty="0"/>
              <a:t> </a:t>
            </a:r>
            <a:r>
              <a:rPr lang="en-US" dirty="0" err="1"/>
              <a:t>dokumentacije</a:t>
            </a:r>
            <a:r>
              <a:rPr lang="en-US" dirty="0"/>
              <a:t> </a:t>
            </a:r>
            <a:r>
              <a:rPr lang="en-US" dirty="0" err="1"/>
              <a:t>pokazalo</a:t>
            </a:r>
            <a:r>
              <a:rPr lang="en-US" dirty="0"/>
              <a:t> se </a:t>
            </a:r>
            <a:r>
              <a:rPr lang="en-US" dirty="0" err="1"/>
              <a:t>ključnim</a:t>
            </a:r>
            <a:r>
              <a:rPr lang="en-US" dirty="0"/>
              <a:t>, </a:t>
            </a:r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zahtjevnim</a:t>
            </a:r>
            <a:endParaRPr lang="hr-HR" dirty="0"/>
          </a:p>
          <a:p>
            <a:pPr lvl="1"/>
            <a:r>
              <a:rPr lang="en-US" dirty="0" err="1"/>
              <a:t>Učinkovita</a:t>
            </a:r>
            <a:r>
              <a:rPr lang="en-US" dirty="0"/>
              <a:t> </a:t>
            </a:r>
            <a:r>
              <a:rPr lang="en-US" dirty="0" err="1"/>
              <a:t>suradnja</a:t>
            </a:r>
            <a:r>
              <a:rPr lang="en-US" dirty="0"/>
              <a:t> </a:t>
            </a:r>
            <a:r>
              <a:rPr lang="en-US" dirty="0" err="1"/>
              <a:t>frontenda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backenda</a:t>
            </a:r>
            <a:r>
              <a:rPr lang="en-US" dirty="0"/>
              <a:t> </a:t>
            </a:r>
            <a:r>
              <a:rPr lang="en-US" dirty="0" err="1"/>
              <a:t>nužna</a:t>
            </a:r>
            <a:r>
              <a:rPr lang="en-US" dirty="0"/>
              <a:t> je za </a:t>
            </a:r>
            <a:r>
              <a:rPr lang="en-US" dirty="0" err="1"/>
              <a:t>funkcionalno</a:t>
            </a:r>
            <a:r>
              <a:rPr lang="en-US" dirty="0"/>
              <a:t> </a:t>
            </a:r>
            <a:r>
              <a:rPr lang="en-US" dirty="0" err="1"/>
              <a:t>rješenje</a:t>
            </a:r>
            <a:endParaRPr lang="hr-HR" dirty="0"/>
          </a:p>
          <a:p>
            <a:pPr lvl="1"/>
            <a:r>
              <a:rPr lang="en-US" dirty="0" err="1"/>
              <a:t>Prioritet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sustava</a:t>
            </a:r>
            <a:r>
              <a:rPr lang="en-US" dirty="0"/>
              <a:t> </a:t>
            </a:r>
            <a:r>
              <a:rPr lang="en-US" dirty="0" err="1"/>
              <a:t>prije</a:t>
            </a:r>
            <a:r>
              <a:rPr lang="en-US" dirty="0"/>
              <a:t> </a:t>
            </a:r>
            <a:r>
              <a:rPr lang="en-US" dirty="0" err="1"/>
              <a:t>estetskih</a:t>
            </a:r>
            <a:r>
              <a:rPr lang="en-US" dirty="0"/>
              <a:t> </a:t>
            </a:r>
            <a:r>
              <a:rPr lang="en-US" dirty="0" err="1"/>
              <a:t>detalja</a:t>
            </a:r>
            <a:endParaRPr lang="hr-HR" dirty="0"/>
          </a:p>
          <a:p>
            <a:pPr lvl="1"/>
            <a:r>
              <a:rPr lang="en-US" dirty="0"/>
              <a:t>Projekt je </a:t>
            </a:r>
            <a:r>
              <a:rPr lang="en-US" dirty="0" err="1"/>
              <a:t>omogućio</a:t>
            </a:r>
            <a:r>
              <a:rPr lang="en-US" dirty="0"/>
              <a:t> </a:t>
            </a:r>
            <a:r>
              <a:rPr lang="en-US" dirty="0" err="1"/>
              <a:t>upoznavanje</a:t>
            </a:r>
            <a:r>
              <a:rPr lang="en-US" dirty="0"/>
              <a:t> </a:t>
            </a:r>
            <a:r>
              <a:rPr lang="en-US" dirty="0" err="1"/>
              <a:t>novih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organizacijskih</a:t>
            </a:r>
            <a:r>
              <a:rPr lang="en-US" dirty="0"/>
              <a:t> </a:t>
            </a:r>
            <a:r>
              <a:rPr lang="en-US" dirty="0" err="1"/>
              <a:t>vještina</a:t>
            </a:r>
            <a:endParaRPr lang="hr-HR" dirty="0"/>
          </a:p>
          <a:p>
            <a:pPr lvl="1"/>
            <a:r>
              <a:rPr lang="pl-PL" dirty="0"/>
              <a:t>Rad u timu pružio je dojam rada na stvarnom softverskom projektu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Custom 1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4A6B3B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1795</TotalTime>
  <Words>813</Words>
  <Application>Microsoft Office PowerPoint</Application>
  <PresentationFormat>On-screen Show (4:3)</PresentationFormat>
  <Paragraphs>158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BREGMOTORS</vt:lpstr>
      <vt:lpstr>Sadržaj</vt:lpstr>
      <vt:lpstr>Članovi grupe</vt:lpstr>
      <vt:lpstr>O projektu</vt:lpstr>
      <vt:lpstr>Pregled zahtjeva</vt:lpstr>
      <vt:lpstr>PREGLED ZAHTJEVA</vt:lpstr>
      <vt:lpstr>Specifikacija zahtjeva sustava</vt:lpstr>
      <vt:lpstr>Arhitektura sustava</vt:lpstr>
      <vt:lpstr>Korišteni alati i tehnologije</vt:lpstr>
      <vt:lpstr>Organizacija rada</vt:lpstr>
      <vt:lpstr>ORGANIZACIJA RADA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Antonio Valec</cp:lastModifiedBy>
  <cp:revision>26</cp:revision>
  <dcterms:created xsi:type="dcterms:W3CDTF">2016-01-18T13:10:52Z</dcterms:created>
  <dcterms:modified xsi:type="dcterms:W3CDTF">2026-01-23T20:26:18Z</dcterms:modified>
</cp:coreProperties>
</file>